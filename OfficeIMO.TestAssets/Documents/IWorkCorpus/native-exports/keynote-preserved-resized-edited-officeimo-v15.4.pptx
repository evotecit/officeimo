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c20c79807824cd2" /><Relationship Type="http://schemas.openxmlformats.org/officeDocument/2006/relationships/extended-properties" Target="/docProps/app.xml" Id="R25100043a6b84082" /><Relationship Type="http://schemas.openxmlformats.org/package/2006/relationships/metadata/core-properties" Target="/docProps/core.xml" Id="Rdd9a09718fd54b0a" /><Relationship Type="http://schemas.openxmlformats.org/package/2006/relationships/metadata/thumbnail" Target="/docProps/thumbnail.jpeg" Id="R22d5e4273f584c5e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623d0919c881490f"/>
  </p:notes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</p:sldIdLst>
  <p:sldSz cx="12192000" cy="6858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74a4c5c67d694d44" /><Relationship Type="http://schemas.openxmlformats.org/officeDocument/2006/relationships/presProps" Target="/ppt/presProps.xml" Id="R9db560bcd4ab4b7e" /><Relationship Type="http://schemas.openxmlformats.org/officeDocument/2006/relationships/viewProps" Target="/ppt/viewProps.xml" Id="Re22d797bc9d94cf5" /><Relationship Type="http://schemas.openxmlformats.org/officeDocument/2006/relationships/tableStyles" Target="/ppt/tableStyles.xml" Id="R8c91f3baa67f4f1d" /><Relationship Type="http://schemas.openxmlformats.org/officeDocument/2006/relationships/notesMaster" Target="/ppt/notesMasters/notesMaster1.xml" Id="R623d0919c881490f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Relationship Type="http://schemas.openxmlformats.org/officeDocument/2006/relationships/slide" Target="/ppt/slides/slide4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add6af60884843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bf4c10f5044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3ad4eb31f47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e5e1406f848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09d81e6ec40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3b719dd2f47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ecf772400408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9557a7dd94b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013f98bde43a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b22eb201a492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b79827e804c0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f0dc6c46c4b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.png" Id="R5b1abcfe4a3048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2.png" Id="R26820bff57024d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2.jpeg" Id="R51faa2cd7d934754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003366"/>
                </a:solidFill>
                <a:latin typeface="Helvetica Neue"/>
              </a:rPr>
              <a:t>Native PNG — image behind text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1270000" y="2540000"/>
            <a:ext cx="635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000000"/>
                </a:solidFill>
                <a:latin typeface="Arial"/>
              </a:rPr>
              <a:t>Covered source label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4" name="Picture 1" descr="Opaque four-color PNG 😀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abcfe4a3048ad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016000" y="1587500"/>
            <a:ext cx="5334000" cy="2133600"/>
          </a:xfrm>
          <a:prstGeom xmlns:a="http://schemas.openxmlformats.org/drawingml/2006/main" prst="rect">
            <a:avLst/>
          </a:prstGeom>
        </p:spPr>
      </p:pic>
      <p:sp>
        <p:nvSpPr>
          <p:cNvPr id="5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1270000" y="2794000"/>
            <a:ext cx="5080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FFFFFF"/>
                </a:solidFill>
                <a:latin typeface="Arial"/>
              </a:rPr>
              <a:t>TEXT IN FRONT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3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FFFFFF"/>
                </a:solidFill>
                <a:latin typeface="Helvetica Neue"/>
              </a:rPr>
              <a:t>Native alpha PNG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3" name="Picture 1" descr="Transparent, half-alpha, opaque purp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20bff57024df8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016000" y="1714500"/>
            <a:ext cx="4572000" cy="2286000"/>
          </a:xfrm>
          <a:prstGeom xmlns:a="http://schemas.openxmlformats.org/drawingml/2006/main" prst="rect">
            <a:avLst/>
          </a:prstGeom>
        </p:spPr>
      </p:pic>
      <p:sp>
        <p:nvSpPr>
          <p:cNvPr id="4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5715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FFFFFF"/>
                </a:solidFill>
                <a:latin typeface="Arial"/>
              </a:rPr>
              <a:t>0% / 50% / </a:t>
            </a:r>
            <a:r>
              <a:rPr sz="2800" b="1" i="0" u="none" strike="noStrike" spc="0">
                <a:solidFill>
                  <a:srgbClr val="FFD700"/>
                </a:solidFill>
                <a:latin typeface="Arial"/>
              </a:rPr>
              <a:t>100% alpha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381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 strike="noStrike" spc="0">
                <a:solidFill>
                  <a:srgbClr val="003366"/>
                </a:solidFill>
                <a:latin typeface="Helvetica Neue"/>
              </a:rPr>
              <a:t>Native JPEG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  <p:pic>
        <p:nvPicPr>
          <p:cNvPr id="3" name="Picture 1" descr="Four-color JPEG, intentionally stretched fr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aa2cd7d934754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70000" y="1714500"/>
            <a:ext cx="5346700" cy="2133600"/>
          </a:xfrm>
          <a:prstGeom xmlns:a="http://schemas.openxmlformats.org/drawingml/2006/main" prst="rect">
            <a:avLst/>
          </a:prstGeom>
        </p:spPr>
      </p:pic>
      <p:sp>
        <p:nvSpPr>
          <p:cNvPr id="4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 rot="0">
            <a:off x="762000" y="5080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u="none" strike="noStrike" spc="0">
                <a:solidFill>
                  <a:srgbClr val="000000"/>
                </a:solidFill>
                <a:latin typeface="Times New Roman"/>
              </a:rPr>
              <a:t>JPEG / stretched frame</a:t>
            </a:r>
          </a:p>
          <a:p xmlns:a="http://schemas.openxmlformats.org/drawingml/2006/main"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 strike="noStrike" spc="0">
                <a:solidFill>
                  <a:srgbClr val="000000"/>
                </a:solidFill>
                <a:latin typeface="Helvetica"/>
              </a:rPr>
              <a:t/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3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2026-10-10T21:41:23.0000000Z</dcterms:created>
  <dcterms:modified xsi:type="dcterms:W3CDTF">2026-10-10T21:41:24.0104380Z</dcterms:modified>
</coreProperties>
</file>