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hape 1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Treść - poziom 1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 slajdu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Treść - poziom 1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Numer slajdu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 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reść - poziom 1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eść - poziom 1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Treść - poziom 1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reść - poziom 1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of salad with fried rice, boiled eggs, and chopsticks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, and hummus"/>
          <p:cNvSpPr/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 slajdu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eść - poziom 1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6847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5">
            <a:hueOff val="-152895"/>
            <a:lumOff val="12368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rapped title keeps all of its lines in this fixed fram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256031">
              <a:lnSpc>
                <a:spcPct val="100000"/>
              </a:lnSpc>
              <a:defRPr b="0" spc="0" sz="8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wrapped title keeps all of its lines in this fixed frame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