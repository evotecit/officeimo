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/>
          <p:nvPr>
            <p:ph type="sldNum" sz="quarter" idx="2"/>
          </p:nvPr>
        </p:nvSpPr>
        <p:spPr>
          <a:prstGeom prst="line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/>
          <p:nvPr>
            <p:ph type="title"/>
          </p:nvPr>
        </p:nvSpPr>
        <p:spPr>
          <a:xfrm>
            <a:off x="889000" y="317500"/>
            <a:ext cx="10414000" cy="15113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/>
          <p:nvPr>
            <p:ph type="body" idx="1"/>
          </p:nvPr>
        </p:nvSpPr>
        <p:spPr>
          <a:xfrm>
            <a:off x="889000" y="1828800"/>
            <a:ext cx="10414000" cy="44196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/>
          <p:nvPr>
            <p:ph type="sldNum" sz="quarter" idx="2"/>
          </p:nvPr>
        </p:nvSpPr>
        <p:spPr>
          <a:xfrm>
            <a:off x="0" y="0"/>
            <a:ext cx="1270000" cy="1270000"/>
          </a:xfrm>
          <a:prstGeom prst="line">
            <a:avLst/>
          </a:prstGeom>
          <a:ln w="0">
            <a:miter lim="0"/>
          </a:ln>
        </p:spPr>
        <p:txBody>
          <a:bodyPr wrap="none" lIns="0" tIns="0" rIns="0" bIns="0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titleStyle>
    <p:body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bodyStyle>
    <p:other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in bold italic underlined."/>
          <p:cNvSpPr txBox="1"/>
          <p:nvPr/>
        </p:nvSpPr>
        <p:spPr>
          <a:xfrm>
            <a:off x="762000" y="1270000"/>
            <a:ext cx="10668000" cy="1905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latin typeface="HelveticaNeue"/>
                <a:ea typeface="HelveticaNeue"/>
                <a:cs typeface="HelveticaNeue"/>
                <a:sym typeface="HelveticaNeue"/>
              </a:rPr>
              <a:t>Plain </a:t>
            </a:r>
            <a:r>
              <a:rPr b="1" sz="3200">
                <a:latin typeface="Helvetica Neue"/>
                <a:ea typeface="Helvetica Neue"/>
                <a:cs typeface="Helvetica Neue"/>
                <a:sym typeface="Helvetica Neue"/>
              </a:rPr>
              <a:t>bold</a:t>
            </a:r>
            <a:r>
              <a:rPr sz="3200">
                <a:latin typeface="HelveticaNeue"/>
                <a:ea typeface="HelveticaNeue"/>
                <a:cs typeface="HelveticaNeue"/>
                <a:sym typeface="HelveticaNeue"/>
              </a:rPr>
              <a:t> </a:t>
            </a:r>
            <a:r>
              <a:rPr i="1" sz="3200">
                <a:latin typeface="Helvetica Neue"/>
                <a:ea typeface="Helvetica Neue"/>
                <a:cs typeface="Helvetica Neue"/>
                <a:sym typeface="Helvetica Neue"/>
              </a:rPr>
              <a:t>italic</a:t>
            </a:r>
            <a:r>
              <a:rPr sz="3200">
                <a:latin typeface="HelveticaNeue"/>
                <a:ea typeface="HelveticaNeue"/>
                <a:cs typeface="HelveticaNeue"/>
                <a:sym typeface="HelveticaNeue"/>
              </a:rPr>
              <a:t> </a:t>
            </a:r>
            <a:r>
              <a:rPr sz="3200" u="sng">
                <a:latin typeface="HelveticaNeue"/>
                <a:ea typeface="HelveticaNeue"/>
                <a:cs typeface="HelveticaNeue"/>
                <a:sym typeface="HelveticaNeue"/>
              </a:rPr>
              <a:t>underlined</a:t>
            </a:r>
            <a:r>
              <a:rPr sz="3200">
                <a:latin typeface="HelveticaNeue"/>
                <a:ea typeface="HelveticaNeue"/>
                <a:cs typeface="HelveticaNeue"/>
                <a:sym typeface="HelveticaNeue"/>
              </a:rPr>
              <a:t>.</a:t>
            </a:r>
            <a:endParaRPr sz="3200">
              <a:latin typeface="HelveticaNeue"/>
              <a:ea typeface="HelveticaNeue"/>
              <a:cs typeface="HelveticaNeue"/>
              <a:sym typeface="HelveticaNeue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6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old 😀 plain…"/>
          <p:cNvSpPr txBox="1"/>
          <p:nvPr/>
        </p:nvSpPr>
        <p:spPr>
          <a:xfrm>
            <a:off x="762000" y="1016000"/>
            <a:ext cx="10668000" cy="3175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b="1" i="1" strike="sngStrike" sz="3200" u="sng">
                <a:solidFill>
                  <a:schemeClr val="accent4">
                    <a:hueOff val="9720000"/>
                    <a:lumOff val="-2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Bold 😀</a:t>
            </a:r>
            <a:r>
              <a:rPr sz="2400">
                <a:latin typeface="+mn-lt"/>
                <a:ea typeface="+mn-ea"/>
                <a:cs typeface="+mn-cs"/>
                <a:sym typeface="ArialMT"/>
              </a:rPr>
              <a:t> plain</a:t>
            </a:r>
            <a:endParaRPr i="1" sz="300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i="1" sz="30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Italic</a:t>
            </a:r>
            <a:endParaRPr sz="2400">
              <a:solidFill>
                <a:srgbClr val="660066"/>
              </a:solidFill>
              <a:latin typeface="+mn-lt"/>
              <a:ea typeface="+mn-ea"/>
              <a:cs typeface="+mn-cs"/>
              <a:sym typeface="ArialMT"/>
            </a:endParaRP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>
                <a:solidFill>
                  <a:srgbClr val="660066"/>
                </a:solidFill>
                <a:latin typeface="+mn-lt"/>
                <a:ea typeface="+mn-ea"/>
                <a:cs typeface="+mn-cs"/>
                <a:sym typeface="ArialMT"/>
              </a:rPr>
              <a:t>Zażółć — café</a:t>
            </a:r>
            <a:endParaRPr sz="2400">
              <a:solidFill>
                <a:srgbClr val="660066"/>
              </a:solidFill>
              <a:latin typeface="+mn-lt"/>
              <a:ea typeface="+mn-ea"/>
              <a:cs typeface="+mn-cs"/>
              <a:sym typeface="Arial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