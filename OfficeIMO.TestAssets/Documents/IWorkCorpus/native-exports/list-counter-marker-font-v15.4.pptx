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e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9ddce4d18c647c9" /><Relationship Type="http://schemas.openxmlformats.org/officeDocument/2006/relationships/extended-properties" Target="/docProps/app.xml" Id="R52e0733c59d34e63" /><Relationship Type="http://schemas.openxmlformats.org/package/2006/relationships/metadata/core-properties" Target="/docProps/core.xml" Id="Re203e596d079470b" /><Relationship Type="http://schemas.openxmlformats.org/package/2006/relationships/metadata/thumbnail" Target="/docProps/thumbnail.jpeg" Id="R318730f3430d4a67" /></Relationships>
</file>

<file path=ppt/presentation.xml><?xml version="1.0" encoding="utf-8"?>
<p:presentation xmlns:p="http://schemas.openxmlformats.org/presentationml/2006/main" saveSubsetFonts="1">
  <p:sldMasterIdLst>
    <p:sldMasterId xmlns:r="http://schemas.openxmlformats.org/officeDocument/2006/relationships" id="2147483648" r:id="rId1"/>
  </p:sldMasterIdLst>
  <p:notesMasterIdLst>
    <p:notesMasterId xmlns:r="http://schemas.openxmlformats.org/officeDocument/2006/relationships" r:id="R1b163ce355a54eb7"/>
  </p:notesMasterIdLst>
  <p:sldIdLst>
    <p:sldId xmlns:r="http://schemas.openxmlformats.org/officeDocument/2006/relationships" id="256" r:id="rId2"/>
  </p:sldIdLst>
  <p:sldSz cx="7620000" cy="6350000" type="custom"/>
  <p:notesSz cx="6858000" cy="9144000"/>
  <p:defaultTextStyle/>
</p:presentation>
</file>

<file path=ppt/presProps.xml><?xml version="1.0" encoding="utf-8"?>
<p:presentationPr xmlns:p="http://schemas.openxmlformats.org/presentationml/2006/main">
  <p:showPr showNarration="0" showAnimation="1" useTimings="1"/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xmlns:a="http://schemas.openxmlformats.org/drawingml/2006/main" n="142" d="100"/>
          <a:sy xmlns:a="http://schemas.openxmlformats.org/drawingml/2006/main" n="142" d="100"/>
        </p:scale>
        <p:origin x="0" y="0"/>
      </p:cViewPr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8b633fbe870d40c0" /><Relationship Type="http://schemas.openxmlformats.org/officeDocument/2006/relationships/presProps" Target="/ppt/presProps.xml" Id="R544a019622724a3c" /><Relationship Type="http://schemas.openxmlformats.org/officeDocument/2006/relationships/viewProps" Target="/ppt/viewProps.xml" Id="Rb1070257bc1c4a3a" /><Relationship Type="http://schemas.openxmlformats.org/officeDocument/2006/relationships/tableStyles" Target="/ppt/tableStyles.xml" Id="Ra84d3994bbce4f83" /><Relationship Type="http://schemas.openxmlformats.org/officeDocument/2006/relationships/notesMaster" Target="/ppt/notesMasters/notesMaster1.xml" Id="R1b163ce355a54eb7" /><Relationship Type="http://schemas.openxmlformats.org/officeDocument/2006/relationships/slide" Target="/ppt/slides/slide2.xml" Id="rI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1b88faf32bf4fab" /></Relationships>
</file>

<file path=ppt/notesMasters/notesMaster1.xml><?xml version="1.0" encoding="utf-8"?>
<p:notesMaster xmlns:p="http://schemas.openxmlformats.org/presentationml/2006/main">
  <p:cSld>
    <p:bg>
      <p:bgPr>
        <a:noFill xmlns:a="http://schemas.openxmlformats.org/drawingml/2006/main"/>
      </p:bgPr>
    </p:bg>
    <p:spTree>
      <p:nvGrpSpPr>
        <p:cNvPr id="1" name="Notes Group Shape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Notes Placeholder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lide Image Placeholder"/>
          <p:cNvSpPr/>
          <p:nvPr>
            <p:ph type="sldImg" idx="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"/>
          <p:cNvSpPr/>
          <p:nvPr>
            <p:ph type="dt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5" name="Slide Number Placeholder"/>
          <p:cNvSpPr/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6" name="Footer Placeholder"/>
          <p:cNvSpPr/>
          <p:nvPr>
            <p:ph type="ftr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>
      <a:defRPr lang="en-US"/>
    </a:lvl1pPr>
    <a:lvl2pPr xmlns:a="http://schemas.openxmlformats.org/drawingml/2006/main">
      <a:defRPr lang="en-US"/>
    </a:lvl2pPr>
    <a:lvl3pPr xmlns:a="http://schemas.openxmlformats.org/drawingml/2006/main">
      <a:defRPr lang="en-US"/>
    </a:lvl3pPr>
    <a:lvl4pPr xmlns:a="http://schemas.openxmlformats.org/drawingml/2006/main">
      <a:defRPr lang="en-US"/>
    </a:lvl4pPr>
    <a:lvl5pPr xmlns:a="http://schemas.openxmlformats.org/drawingml/2006/main">
      <a:defRPr lang="en-US"/>
    </a:lvl5pPr>
    <a:lvl6pPr xmlns:a="http://schemas.openxmlformats.org/drawingml/2006/main">
      <a:defRPr lang="en-US"/>
    </a:lvl6pPr>
    <a:lvl7pPr xmlns:a="http://schemas.openxmlformats.org/drawingml/2006/main">
      <a:defRPr lang="en-US"/>
    </a:lvl7pPr>
    <a:lvl8pPr xmlns:a="http://schemas.openxmlformats.org/drawingml/2006/main">
      <a:defRPr lang="en-US"/>
    </a:lvl8pPr>
    <a:lvl9pPr xmlns:a="http://schemas.openxmlformats.org/drawingml/2006/main">
      <a:defRPr lang="en-US"/>
    </a:lvl9pPr>
  </p:notesStyle>
</p:notesMaster>
</file>

<file path=ppt/notesMasters/theme/theme2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0d98a6cc504e2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fcd9124b1143b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4fccd56d17482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ed38e98dc6427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1597186eab48c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8e9c12513d4cd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83b8624d7b4fe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46d30c11da413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770a18004747c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ac077daeee49e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67df8ec55640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 Placeholder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38200" y="217487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174875"/>
            <a:ext cx="77724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Section Header Title 1"/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ection Header Text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17487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wo Content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1275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Obj">
  <p:cSld name="Comparis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mparison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65125"/>
            <a:ext cx="804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Left 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899158"/>
            <a:ext cx="3889375" cy="35048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Right Tex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457200" y="899158"/>
            <a:ext cx="3889375" cy="35048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Picture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Picture Placeholder 3"/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838200" y="760000"/>
            <a:ext cx="7772400" cy="10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aption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912625"/>
            <a:ext cx="77724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vertTitleAndTx">
  <p:cSld name="Title and Vertical 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365125"/>
            <a:ext cx="18288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Vertical Text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743200" y="365125"/>
            <a:ext cx="54864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>
  <p:cSld name="Vertical Title and 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365125"/>
            <a:ext cx="27432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5125" y="365125"/>
            <a:ext cx="9144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twoObj">
  <p:cSld name="Two Content with Capti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1275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5" name="Caption Placeholder 4"/>
          <p:cNvSpPr>
            <a:spLocks xmlns:a="http://schemas.openxmlformats.org/drawingml/2006/main" noGrp="1"/>
          </p:cNvSpPr>
          <p:nvPr>
            <p:ph type="obj" idx="3"/>
          </p:nvPr>
        </p:nvSpPr>
        <p:spPr>
          <a:xfrm xmlns:a="http://schemas.openxmlformats.org/drawingml/2006/main">
            <a:off x="685800" y="6200000"/>
            <a:ext cx="7090000" cy="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7.xml" Id="rId7" /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9.xml" Id="rId9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11.xml" Id="rId11" /><Relationship Type="http://schemas.openxmlformats.org/officeDocument/2006/relationships/theme" Target="/ppt/theme/theme1.xml" Id="rId1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  <p:sldLayoutId xmlns:r="http://schemas.openxmlformats.org/officeDocument/2006/relationships" id="2147483654" r:id="rId6"/>
    <p:sldLayoutId xmlns:r="http://schemas.openxmlformats.org/officeDocument/2006/relationships" id="2147483655" r:id="rId7"/>
    <p:sldLayoutId xmlns:r="http://schemas.openxmlformats.org/officeDocument/2006/relationships" id="2147483656" r:id="rId8"/>
    <p:sldLayoutId xmlns:r="http://schemas.openxmlformats.org/officeDocument/2006/relationships" id="2147483657" r:id="rId9"/>
    <p:sldLayoutId xmlns:r="http://schemas.openxmlformats.org/officeDocument/2006/relationships" id="2147483658" r:id="rId10"/>
    <p:sldLayoutId xmlns:r="http://schemas.openxmlformats.org/officeDocument/2006/relationships" id="2147483659" r:id="rId11"/>
  </p:sldLayoutIdLst>
  <p:txStyles>
    <p:titleStyle/>
    <p:bodyStyle/>
    <p:otherStyle/>
  </p:txStyles>
</p:sldMaster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/>
        </p:nvGraphicFramePr>
        <p:xfrm rot="0">
          <a:off xmlns:a="http://schemas.openxmlformats.org/drawingml/2006/main" x="914400" y="914400"/>
          <a:ext xmlns:a="http://schemas.openxmlformats.org/drawingml/2006/main" cx="6350000" cy="5080000"/>
        </p:xfrm>
        <a:graphic xmlns:a="http://schemas.openxmlformats.org/drawingml/2006/main"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3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80000">
                <a:tc>
                  <a:txBody>
                    <a:bodyPr/>
                    <a:lstStyle/>
                    <a:p>
                      <a:pPr marL="209550" lvl="0" indent="-209550" rtl="0">
                        <a:buSzPts val="1100"/>
                        <a:buFont typeface="Calibri"/>
                        <a:buAutoNum type="arabicPeriod" startAt="7"/>
                      </a:pPr>
                      <a:r>
                        <a:rPr sz="1200">
                          <a:latin typeface="Arial"/>
                        </a:rPr>
                        <a:t>Value</a:t>
                      </a:r>
                      <a:endParaRPr lang="en-US"/>
                    </a:p>
                    <a:p>
                      <a:pPr marL="438150" lvl="1" indent="-209550" rtl="0">
                        <a:buSzPts val="1100"/>
                        <a:buFont typeface="Calibri"/>
                        <a:buAutoNum type="arabicPeriod" startAt="1"/>
                      </a:pPr>
                      <a:r>
                        <a:rPr sz="1200">
                          <a:latin typeface="Arial"/>
                        </a:rPr>
                        <a:t>Child one</a:t>
                      </a:r>
                      <a:endParaRPr lang="en-US"/>
                    </a:p>
                    <a:p>
                      <a:pPr marL="438150" lvl="1" indent="-209550" rtl="0">
                        <a:buSzPts val="1100"/>
                        <a:buFont typeface="Times New Roman"/>
                        <a:buAutoNum type="arabicPeriod" startAt="2"/>
                      </a:pPr>
                      <a:r>
                        <a:rPr sz="1200">
                          <a:latin typeface="Arial"/>
                        </a:rPr>
                        <a:t>Child continued</a:t>
                      </a:r>
                      <a:endParaRPr lang="en-US"/>
                    </a:p>
                    <a:p>
                      <a:pPr marL="209550" lvl="0" indent="-209550" rtl="0">
                        <a:buSzPts val="1100"/>
                        <a:buFont typeface="Times New Roman"/>
                        <a:buAutoNum type="arabicPeriod" startAt="8"/>
                      </a:pPr>
                      <a:r>
                        <a:rPr sz="1200">
                          <a:latin typeface="Arial"/>
                        </a:rPr>
                        <a:t>Parent eight</a:t>
                      </a:r>
                      <a:endParaRPr lang="en-US"/>
                    </a:p>
                    <a:p>
                      <a:pPr marL="438150" lvl="1" indent="-209550" rtl="0">
                        <a:buSzPts val="1100"/>
                        <a:buFont typeface="Times New Roman"/>
                        <a:buAutoNum type="arabicPeriod"/>
                      </a:pPr>
                      <a:r>
                        <a:rPr sz="1200">
                          <a:latin typeface="Arial"/>
                        </a:rPr>
                        <a:t>Child reset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 xmlns:a="http://schemas.openxmlformats.org/drawingml/2006/main"/>
  </p:clrMapOvr>
</p:sld>
</file>

<file path=ppt/theme/theme1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ap:Properties xmlns:ap="http://schemas.openxmlformats.org/officeDocument/2006/extended-properties">
  <ap:TotalTime>0</ap:TotalTime>
  <ap:HiddenSlides>0</ap:HiddenSlides>
  <ap:Notes>0</ap:Notes>
  <ap:Slides>1</ap:Slides>
  <ap:PresentationFormat>Custom</ap:PresentationFormat>
  <ap:Application>Microsoft Office PowerPoint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OfficeIMO</dc:creator>
  <lastModifiedBy>OfficeIMO</lastModifiedBy>
  <dcterms:created xsi:type="dcterms:W3CDTF">2026-10-10T05:26:01.0000000Z</dcterms:created>
  <dcterms:modified xsi:type="dcterms:W3CDTF">2026-10-10T05:26:01.3567480Z</dcterms:modified>
</coreProperties>
</file>