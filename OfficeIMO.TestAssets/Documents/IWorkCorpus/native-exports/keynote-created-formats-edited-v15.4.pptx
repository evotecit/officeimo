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464741" cy="456605"/>
          </a:xfrm>
          <a:prstGeom prst="rect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Formats"/>
          <p:cNvGraphicFramePr/>
          <p:nvPr/>
        </p:nvGraphicFramePr>
        <p:xfrm>
          <a:off x="1524000" y="508000"/>
          <a:ext cx="9144000" cy="6096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572000"/>
                <a:gridCol w="4572000"/>
              </a:tblGrid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Explicit numeric formats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Numeric values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Number zero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13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Number two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12,50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Grouping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-9 876,00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Minus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-1 234,50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Parentheses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(1 234,50)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Red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FF0000"/>
                          </a:solidFill>
                        </a:rPr>
                        <a:t>1 234,50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Red parentheses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FF0000"/>
                          </a:solidFill>
                        </a:rPr>
                        <a:t>(1 234,50)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Number fifteen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0,500000000000000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Number thirty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0,500000000000000000000000000000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zero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13%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two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-25,00%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grouping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1 234,50%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parentheses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(12,50%)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red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FF0000"/>
                          </a:solidFill>
                        </a:rPr>
                        <a:t>12,50%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red parentheses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FF0000"/>
                          </a:solidFill>
                        </a:rPr>
                        <a:t>(12,50%)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Percent thirty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50,000000000000000000000000000000%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Scientific zero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1E+04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Scientific four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-5,4321E+04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Scientific thirty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5,000000000000000000000000000000E-01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