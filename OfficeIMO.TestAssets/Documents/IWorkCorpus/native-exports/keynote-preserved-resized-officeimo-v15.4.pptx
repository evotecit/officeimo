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224755f4a0f4147" /><Relationship Type="http://schemas.openxmlformats.org/officeDocument/2006/relationships/extended-properties" Target="/docProps/app.xml" Id="R620b75593b824788" /><Relationship Type="http://schemas.openxmlformats.org/package/2006/relationships/metadata/core-properties" Target="/docProps/core.xml" Id="R10e09fbb83d449e4" /><Relationship Type="http://schemas.openxmlformats.org/package/2006/relationships/metadata/thumbnail" Target="/docProps/thumbnail.jpeg" Id="Rb152d07eba3b42f2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a08a4fd4bee54c70"/>
  </p:notes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</p:sldIdLst>
  <p:sldSz cx="12192000" cy="6858000" type="custom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72d184bf1f684527" /><Relationship Type="http://schemas.openxmlformats.org/officeDocument/2006/relationships/presProps" Target="/ppt/presProps.xml" Id="R9c236881fbe842dc" /><Relationship Type="http://schemas.openxmlformats.org/officeDocument/2006/relationships/viewProps" Target="/ppt/viewProps.xml" Id="R0dd8bbb1bd944f82" /><Relationship Type="http://schemas.openxmlformats.org/officeDocument/2006/relationships/tableStyles" Target="/ppt/tableStyles.xml" Id="Rec012636c6d640c8" /><Relationship Type="http://schemas.openxmlformats.org/officeDocument/2006/relationships/notesMaster" Target="/ppt/notesMasters/notesMaster1.xml" Id="Ra08a4fd4bee54c70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Relationship Type="http://schemas.openxmlformats.org/officeDocument/2006/relationships/slide" Target="/ppt/slides/slide4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db854d5db445da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518bc84df44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d119fb7cb4e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e6ffe67cd45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eff79611047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ebcbe6bb046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367a25cc3494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ff5bad40e453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b24e586d34e9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c59eb3141497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b7d52fdab472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aed034d6b42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.png" Id="R7644ccea31c448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2.png" Id="R4573553ae45745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2.jpeg" Id="R00c8f3262e4644fe" 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003366"/>
                </a:solidFill>
                <a:latin typeface="Helvetica Neue"/>
              </a:rPr>
              <a:t>Native PNG — image behind text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1270000" y="2540000"/>
            <a:ext cx="635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000000"/>
                </a:solidFill>
                <a:latin typeface="Arial"/>
              </a:rPr>
              <a:t>Covered source label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4" name="Picture 1" descr="Opaque four-color PNG 😀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4ccea31c448d2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016000" y="1587500"/>
            <a:ext cx="5334000" cy="2133600"/>
          </a:xfrm>
          <a:prstGeom xmlns:a="http://schemas.openxmlformats.org/drawingml/2006/main" prst="rect">
            <a:avLst/>
          </a:prstGeom>
        </p:spPr>
      </p:pic>
      <p:sp>
        <p:nvSpPr>
          <p:cNvPr id="5" name="TextBox 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1270000" y="2794000"/>
            <a:ext cx="508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FFFFFF"/>
                </a:solidFill>
                <a:latin typeface="Arial"/>
              </a:rPr>
              <a:t>TEXT IN FRONT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33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FFFFFF"/>
                </a:solidFill>
                <a:latin typeface="Helvetica Neue"/>
              </a:rPr>
              <a:t>Native alpha PNG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3" name="Picture 1" descr="Transparent, half-alpha, opaque purp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3553ae4574511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016000" y="1714500"/>
            <a:ext cx="4572000" cy="2286000"/>
          </a:xfrm>
          <a:prstGeom xmlns:a="http://schemas.openxmlformats.org/drawingml/2006/main" prst="rect">
            <a:avLst/>
          </a:prstGeom>
        </p:spPr>
      </p:pic>
      <p:sp>
        <p:nvSpPr>
          <p:cNvPr id="4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5715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FFFFFF"/>
                </a:solidFill>
                <a:latin typeface="Arial"/>
              </a:rPr>
              <a:t>0% / 50% / </a:t>
            </a:r>
            <a:r>
              <a:rPr sz="2800" b="1" i="0" u="none" strike="noStrike" spc="0">
                <a:solidFill>
                  <a:srgbClr val="FFD700"/>
                </a:solidFill>
                <a:latin typeface="Arial"/>
              </a:rPr>
              <a:t>100% alpha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003366"/>
                </a:solidFill>
                <a:latin typeface="Helvetica Neue"/>
              </a:rPr>
              <a:t>Native JPEG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3" name="Picture 1" descr="Four-color JPEG, intentionally stretched fr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8f3262e4644fe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70000" y="1714500"/>
            <a:ext cx="5334000" cy="2133600"/>
          </a:xfrm>
          <a:prstGeom xmlns:a="http://schemas.openxmlformats.org/drawingml/2006/main" prst="rect">
            <a:avLst/>
          </a:prstGeom>
        </p:spPr>
      </p:pic>
      <p:sp>
        <p:nvSpPr>
          <p:cNvPr id="4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5080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000000"/>
                </a:solidFill>
                <a:latin typeface="Times New Roman"/>
              </a:rPr>
              <a:t>JPEG / stretched frame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3</ap:Slides>
  <ap:PresentationFormat>Custom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2026-10-10T21:37:15.0000000Z</dcterms:created>
  <dcterms:modified xsi:type="dcterms:W3CDTF">2026-10-10T21:37:15.2231030Z</dcterms:modified>
</coreProperties>
</file>