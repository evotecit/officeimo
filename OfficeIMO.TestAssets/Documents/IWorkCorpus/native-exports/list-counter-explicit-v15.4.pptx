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jpeg" ContentType="image/jpeg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733dfde48a0471d" /><Relationship Type="http://schemas.openxmlformats.org/officeDocument/2006/relationships/extended-properties" Target="/docProps/app.xml" Id="R8968a17787b74f39" /><Relationship Type="http://schemas.openxmlformats.org/package/2006/relationships/metadata/core-properties" Target="/docProps/core.xml" Id="R143335f792aa4fb6" /><Relationship Type="http://schemas.openxmlformats.org/package/2006/relationships/metadata/thumbnail" Target="/docProps/thumbnail.jpeg" Id="R590998735e4e43bb" /></Relationships>
</file>

<file path=ppt/presentation.xml><?xml version="1.0" encoding="utf-8"?>
<p:presentation xmlns:p="http://schemas.openxmlformats.org/presentationml/2006/main" saveSubsetFonts="1">
  <p:sldMasterIdLst>
    <p:sldMasterId xmlns:r="http://schemas.openxmlformats.org/officeDocument/2006/relationships" id="2147483648" r:id="rId1"/>
  </p:sldMasterIdLst>
  <p:notesMasterIdLst>
    <p:notesMasterId xmlns:r="http://schemas.openxmlformats.org/officeDocument/2006/relationships" r:id="Rbd9f64a3a6ed49f6"/>
  </p:notesMasterIdLst>
  <p:sldIdLst>
    <p:sldId xmlns:r="http://schemas.openxmlformats.org/officeDocument/2006/relationships" id="256" r:id="rId2"/>
  </p:sldIdLst>
  <p:sldSz cx="7620000" cy="6350000" type="custom"/>
  <p:notesSz cx="6858000" cy="9144000"/>
  <p:defaultTextStyle/>
</p:presentation>
</file>

<file path=ppt/presProps.xml><?xml version="1.0" encoding="utf-8"?>
<p:presentationPr xmlns:p="http://schemas.openxmlformats.org/presentationml/2006/main">
  <p:showPr showNarration="0" showAnimation="1" useTimings="1"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xmlns:a="http://schemas.openxmlformats.org/drawingml/2006/main" n="142" d="100"/>
          <a:sy xmlns:a="http://schemas.openxmlformats.org/drawingml/2006/main" n="142" d="100"/>
        </p:scale>
        <p:origin x="0" y="0"/>
      </p:cViewPr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c864d6e7247a484b" /><Relationship Type="http://schemas.openxmlformats.org/officeDocument/2006/relationships/presProps" Target="/ppt/presProps.xml" Id="R7269979197694f37" /><Relationship Type="http://schemas.openxmlformats.org/officeDocument/2006/relationships/viewProps" Target="/ppt/viewProps.xml" Id="Rd93e3bc45f4e4929" /><Relationship Type="http://schemas.openxmlformats.org/officeDocument/2006/relationships/tableStyles" Target="/ppt/tableStyles.xml" Id="R3a2b5ed57a814e57" /><Relationship Type="http://schemas.openxmlformats.org/officeDocument/2006/relationships/notesMaster" Target="/ppt/notesMasters/notesMaster1.xml" Id="Rbd9f64a3a6ed49f6" /><Relationship Type="http://schemas.openxmlformats.org/officeDocument/2006/relationships/slide" Target="/ppt/slides/slide2.xml" Id="rI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89589704f794b88" /></Relationships>
</file>

<file path=ppt/notesMasters/notesMaster1.xml><?xml version="1.0" encoding="utf-8"?>
<p:notesMaster xmlns:p="http://schemas.openxmlformats.org/presentationml/2006/main">
  <p:cSld>
    <p:bg>
      <p:bgPr>
        <a:noFill xmlns:a="http://schemas.openxmlformats.org/drawingml/2006/main"/>
      </p:bgPr>
    </p:bg>
    <p:spTree>
      <p:nvGrpSpPr>
        <p:cNvPr id="1" name="Notes Group Shape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Notes Placeholder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lide Image Placeholder"/>
          <p:cNvSpPr/>
          <p:nvPr>
            <p:ph type="sldImg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Date Placeholder"/>
          <p:cNvSpPr/>
          <p:nvPr>
            <p:ph type="dt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Slide Number Placeholder"/>
          <p:cNvSpPr/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6" name="Footer Placeholder"/>
          <p:cNvSpPr/>
          <p:nvPr>
            <p:ph type="ftr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>
      <a:defRPr lang="en-US"/>
    </a:lvl1pPr>
    <a:lvl2pPr xmlns:a="http://schemas.openxmlformats.org/drawingml/2006/main">
      <a:defRPr lang="en-US"/>
    </a:lvl2pPr>
    <a:lvl3pPr xmlns:a="http://schemas.openxmlformats.org/drawingml/2006/main">
      <a:defRPr lang="en-US"/>
    </a:lvl3pPr>
    <a:lvl4pPr xmlns:a="http://schemas.openxmlformats.org/drawingml/2006/main">
      <a:defRPr lang="en-US"/>
    </a:lvl4pPr>
    <a:lvl5pPr xmlns:a="http://schemas.openxmlformats.org/drawingml/2006/main">
      <a:defRPr lang="en-US"/>
    </a:lvl5pPr>
    <a:lvl6pPr xmlns:a="http://schemas.openxmlformats.org/drawingml/2006/main">
      <a:defRPr lang="en-US"/>
    </a:lvl6pPr>
    <a:lvl7pPr xmlns:a="http://schemas.openxmlformats.org/drawingml/2006/main">
      <a:defRPr lang="en-US"/>
    </a:lvl7pPr>
    <a:lvl8pPr xmlns:a="http://schemas.openxmlformats.org/drawingml/2006/main">
      <a:defRPr lang="en-US"/>
    </a:lvl8pPr>
    <a:lvl9pPr xmlns:a="http://schemas.openxmlformats.org/drawingml/2006/main">
      <a:defRPr lang="en-US"/>
    </a:lvl9pPr>
  </p:notesStyle>
</p:notesMaster>
</file>

<file path=ppt/notesMasters/theme/theme2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b09eb2b29c44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c26bbf37464e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4280f12c8f4a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2d9b56f9f404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7540c381c8456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d56306cdd7492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99928b94cc474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5588a83144b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96a853ad7c413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0aa63d4227464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e8245e6f4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 Placeholder 2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Section Header Title 1"/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ection Header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217487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wo Content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twoObj">
  <p:cSld name="Comparis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Comparison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365125"/>
            <a:ext cx="804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Left 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Right Tex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457200" y="899158"/>
            <a:ext cx="3889375" cy="35048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Picture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Picture Placeholder 3"/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38200" y="760000"/>
            <a:ext cx="7772400" cy="101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aption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912625"/>
            <a:ext cx="7772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9.xml><?xml version="1.0" encoding="utf-8"?>
<p:sldLayout xmlns:p="http://schemas.openxmlformats.org/presentationml/2006/main" type="vertTitleAndTx">
  <p:cSld name="Title and Vertical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18288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Vertical Text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743200" y="365125"/>
            <a:ext cx="5486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0.xml><?xml version="1.0" encoding="utf-8"?>
<p:sldLayout xmlns:p="http://schemas.openxmlformats.org/presentationml/2006/main" type="vertTx">
  <p:cSld name="Vertical Title and Tex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365125"/>
            <a:ext cx="27432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Tex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5125" y="365125"/>
            <a:ext cx="914400" cy="685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Layouts/slideLayout11.xml><?xml version="1.0" encoding="utf-8"?>
<p:sldLayout xmlns:p="http://schemas.openxmlformats.org/presentationml/2006/main" type="twoObj">
  <p:cSld name="Two Content with Caption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7772400" cy="1470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Placeholder 2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Placeholder 3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127500" y="2174875"/>
            <a:ext cx="3657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5" name="Caption Placeholder 4"/>
          <p:cNvSpPr>
            <a:spLocks xmlns:a="http://schemas.openxmlformats.org/drawingml/2006/main" noGrp="1"/>
          </p:cNvSpPr>
          <p:nvPr>
            <p:ph type="obj" idx="3"/>
          </p:nvPr>
        </p:nvSpPr>
        <p:spPr>
          <a:xfrm xmlns:a="http://schemas.openxmlformats.org/drawingml/2006/main">
            <a:off x="685800" y="6200000"/>
            <a:ext cx="7090000" cy="6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Relationship Type="http://schemas.openxmlformats.org/officeDocument/2006/relationships/slideLayout" Target="/ppt/slideLayouts/slideLayout6.xml" Id="rId6" /><Relationship Type="http://schemas.openxmlformats.org/officeDocument/2006/relationships/slideLayout" Target="/ppt/slideLayouts/slideLayout7.xml" Id="rId7" /><Relationship Type="http://schemas.openxmlformats.org/officeDocument/2006/relationships/slideLayout" Target="/ppt/slideLayouts/slideLayout8.xml" Id="rId8" /><Relationship Type="http://schemas.openxmlformats.org/officeDocument/2006/relationships/slideLayout" Target="/ppt/slideLayouts/slideLayout9.xml" Id="rId9" /><Relationship Type="http://schemas.openxmlformats.org/officeDocument/2006/relationships/slideLayout" Target="/ppt/slideLayouts/slideLayout10.xml" Id="rId10" /><Relationship Type="http://schemas.openxmlformats.org/officeDocument/2006/relationships/slideLayout" Target="/ppt/slideLayouts/slideLayout11.xml" Id="rId11" /><Relationship Type="http://schemas.openxmlformats.org/officeDocument/2006/relationships/theme" Target="/ppt/theme/theme1.xml" Id="rId12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  <p:sldLayoutId xmlns:r="http://schemas.openxmlformats.org/officeDocument/2006/relationships" id="2147483654" r:id="rId6"/>
    <p:sldLayoutId xmlns:r="http://schemas.openxmlformats.org/officeDocument/2006/relationships" id="2147483655" r:id="rId7"/>
    <p:sldLayoutId xmlns:r="http://schemas.openxmlformats.org/officeDocument/2006/relationships" id="2147483656" r:id="rId8"/>
    <p:sldLayoutId xmlns:r="http://schemas.openxmlformats.org/officeDocument/2006/relationships" id="2147483657" r:id="rId9"/>
    <p:sldLayoutId xmlns:r="http://schemas.openxmlformats.org/officeDocument/2006/relationships" id="2147483658" r:id="rId10"/>
    <p:sldLayoutId xmlns:r="http://schemas.openxmlformats.org/officeDocument/2006/relationships" id="2147483659" r:id="rId11"/>
  </p:sldLayoutIdLst>
  <p:txStyles>
    <p:titleStyle/>
    <p:bodyStyle/>
    <p:otherStyle/>
  </p:txStyles>
</p:sldMaster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/>
          <p:nvPr/>
        </p:nvGraphicFramePr>
        <p:xfrm rot="0">
          <a:off xmlns:a="http://schemas.openxmlformats.org/drawingml/2006/main" x="914400" y="914400"/>
          <a:ext xmlns:a="http://schemas.openxmlformats.org/drawingml/2006/main" cx="6350000" cy="5080000"/>
        </p:xfrm>
        <a:graphic xmlns:a="http://schemas.openxmlformats.org/drawingml/2006/main"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6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80000">
                <a:tc>
                  <a:txBody>
                    <a:bodyPr/>
                    <a:lstStyle/>
                    <a:p>
                      <a:pPr marL="209550" lvl="0" indent="-209550" rtl="0">
                        <a:buSzPts val="1100"/>
                        <a:buFont typeface="Calibri"/>
                        <a:buAutoNum type="arabicPeriod" startAt="7"/>
                      </a:pPr>
                      <a:r>
                        <a:rPr sz="1200">
                          <a:latin typeface="Arial"/>
                        </a:rPr>
                        <a:t>Value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 startAt="5"/>
                      </a:pPr>
                      <a:r>
                        <a:rPr sz="1200">
                          <a:latin typeface="Arial"/>
                        </a:rPr>
                        <a:t>Child five</a:t>
                      </a:r>
                      <a:endParaRPr lang="en-US"/>
                    </a:p>
                    <a:p>
                      <a:pPr marL="209550" lvl="0" indent="-209550" rtl="0">
                        <a:buSzPts val="1100"/>
                        <a:buFont typeface="Calibri"/>
                        <a:buAutoNum type="arabicPeriod" startAt="8"/>
                      </a:pPr>
                      <a:r>
                        <a:rPr sz="1200">
                          <a:latin typeface="Arial"/>
                        </a:rPr>
                        <a:t>Parent eight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/>
                      </a:pPr>
                      <a:r>
                        <a:rPr sz="1200">
                          <a:latin typeface="Arial"/>
                        </a:rPr>
                        <a:t>Child reset</a:t>
                      </a:r>
                      <a:endParaRPr lang="en-US"/>
                    </a:p>
                    <a:p>
                      <a:pPr marL="438150" lvl="1" indent="-209550" rtl="0">
                        <a:buSzPts val="1100"/>
                        <a:buFont typeface="Calibri"/>
                        <a:buAutoNum type="arabicPeriod"/>
                      </a:pPr>
                      <a:r>
                        <a:rPr sz="1200">
                          <a:latin typeface="Arial"/>
                        </a:rPr>
                        <a:t>Child second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 xmlns:a="http://schemas.openxmlformats.org/drawingml/2006/main"/>
  </p:clrMapOvr>
</p:sld>
</file>

<file path=ppt/theme/theme1.xml><?xml version="1.0" encoding="utf-8"?>
<a:theme xmlns:thm15="http://schemas.microsoft.com/office/thememl/2012/main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ap:Properties xmlns:ap="http://schemas.openxmlformats.org/officeDocument/2006/extended-properties">
  <ap:TotalTime>0</ap:TotalTime>
  <ap:HiddenSlides>0</ap:HiddenSlides>
  <ap:Notes>0</ap:Notes>
  <ap:Slides>1</ap:Slides>
  <ap:PresentationFormat>Custom</ap:PresentationFormat>
  <ap:Application>Microsoft Office PowerPoint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OfficeIMO</dc:creator>
  <lastModifiedBy>OfficeIMO</lastModifiedBy>
  <dcterms:created xsi:type="dcterms:W3CDTF">2026-10-10T05:26:00.0000000Z</dcterms:created>
  <dcterms:modified xsi:type="dcterms:W3CDTF">2026-10-10T05:26:00.3211610Z</dcterms:modified>
</coreProperties>
</file>