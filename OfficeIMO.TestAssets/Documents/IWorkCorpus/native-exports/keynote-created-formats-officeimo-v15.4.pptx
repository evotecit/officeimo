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d682b66ebd84238" /><Relationship Type="http://schemas.openxmlformats.org/officeDocument/2006/relationships/extended-properties" Target="/docProps/app.xml" Id="R5c556aec95a141d0" /><Relationship Type="http://schemas.openxmlformats.org/package/2006/relationships/metadata/core-properties" Target="/docProps/core.xml" Id="Rd006105af1ab41d0" /><Relationship Type="http://schemas.openxmlformats.org/package/2006/relationships/metadata/thumbnail" Target="/docProps/thumbnail.jpeg" Id="Rba1b424ef79b493c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061ab3aa8a554666"/>
  </p:notesMasterIdLst>
  <p:sldIdLst>
    <p:sldId xmlns:r="http://schemas.openxmlformats.org/officeDocument/2006/relationships" id="256" r:id="rId2"/>
  </p:sldIdLst>
  <p:sldSz cx="12192000" cy="6858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a70a44b60834b2c" /><Relationship Type="http://schemas.openxmlformats.org/officeDocument/2006/relationships/presProps" Target="/ppt/presProps.xml" Id="R016553bb11c54d3a" /><Relationship Type="http://schemas.openxmlformats.org/officeDocument/2006/relationships/viewProps" Target="/ppt/viewProps.xml" Id="R8ed12cea50914db9" /><Relationship Type="http://schemas.openxmlformats.org/officeDocument/2006/relationships/tableStyles" Target="/ppt/tableStyles.xml" Id="R5776d06323e44d02" /><Relationship Type="http://schemas.openxmlformats.org/officeDocument/2006/relationships/notesMaster" Target="/ppt/notesMasters/notesMaster1.xml" Id="R061ab3aa8a554666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82d8116c074ba0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023939c9b43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7b764d3e241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7e816058243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ba94ad77446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dcef621ce4f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247bb43174d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0e2018b6643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fc2a57f57459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e1e0afabc42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0c21705d448b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76f9e45bc46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 rot="0">
          <a:off xmlns:a="http://schemas.openxmlformats.org/drawingml/2006/main" x="1524000" y="508000"/>
          <a:ext xmlns:a="http://schemas.openxmlformats.org/drawingml/2006/main" cx="9144000" cy="609600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Explicit numeric formats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Numeric values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Number zero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Number two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12.50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Grouping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1,234.50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Minus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-1,234.50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Parentheses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(1,234.50)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Red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Arial"/>
                        </a:rPr>
                        <a:t>1,234.50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Red parentheses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Arial"/>
                        </a:rPr>
                        <a:t>(1,234.50)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Number fifteen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0.500000000000000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Number thirty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0.500000000000000000000000000000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zero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13%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two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12.50%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grouping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1,234.50%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parentheses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(12.50%)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red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Arial"/>
                        </a:rPr>
                        <a:t>12.50%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red parentheses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latin typeface="Arial"/>
                        </a:rPr>
                        <a:t>(12.50%)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Percent thirty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50.000000000000000000000000000000%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Scientific zero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1E+04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Scientific four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1.2345E+04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Scientific thirty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5.000000000000000000000000000000E-01</a:t>
                      </a:r>
                      <a:endParaRPr lang="en-US"/>
                    </a:p>
                  </a:txBody>
                  <a:tcPr marL="50800" marR="50800" marT="50800" marB="50800" anchor="t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2026-10-10T20:24:44.0000000Z</dcterms:created>
  <dcterms:modified xsi:type="dcterms:W3CDTF">2026-10-10T20:24:44.6050350Z</dcterms:modified>
</coreProperties>
</file>