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def" i="def">
        <a:fontRef idx="minor">
          <a:schemeClr val="accent4">
            <a:hueOff val="9720000"/>
            <a:lumOff val="-20000"/>
          </a:schemeClr>
        </a:fontRef>
        <a:schemeClr val="accent4">
          <a:hueOff val="9720000"/>
          <a:lumOff val="-20000"/>
        </a:schemeClr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wholeTbl>
    <a:firstCol>
      <a:tcTxStyle b="def" i="def">
        <a:fontRef idx="minor">
          <a:schemeClr val="accent4">
            <a:hueOff val="9720000"/>
            <a:lumOff val="-20000"/>
          </a:schemeClr>
        </a:fontRef>
        <a:schemeClr val="accent4">
          <a:hueOff val="9720000"/>
          <a:lumOff val="-20000"/>
        </a:schemeClr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firstCol>
    <a:lastRow>
      <a:tcTxStyle b="def" i="def">
        <a:fontRef idx="minor">
          <a:schemeClr val="accent4">
            <a:hueOff val="9720000"/>
            <a:lumOff val="-20000"/>
          </a:schemeClr>
        </a:fontRef>
        <a:schemeClr val="accent4">
          <a:hueOff val="9720000"/>
          <a:lumOff val="-20000"/>
        </a:schemeClr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lastRow>
    <a:firstRow>
      <a:tcTxStyle b="def" i="def">
        <a:fontRef idx="minor">
          <a:schemeClr val="accent4">
            <a:hueOff val="9720000"/>
            <a:lumOff val="-20000"/>
          </a:schemeClr>
        </a:fontRef>
        <a:schemeClr val="accent4">
          <a:hueOff val="9720000"/>
          <a:lumOff val="-20000"/>
        </a:schemeClr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def" i="def">
        <a:font>
          <a:latin typeface="TimesNewRomanPSMT"/>
          <a:ea typeface="TimesNewRomanPSMT"/>
          <a:cs typeface="TimesNewRomanPSM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wholeTbl>
    <a:firstCol>
      <a:tcTxStyle b="def" i="def">
        <a:font>
          <a:latin typeface="TimesNewRomanPSMT"/>
          <a:ea typeface="TimesNewRomanPSMT"/>
          <a:cs typeface="TimesNewRomanPSM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firstCol>
    <a:lastRow>
      <a:tcTxStyle b="def" i="def">
        <a:font>
          <a:latin typeface="TimesNewRomanPSMT"/>
          <a:ea typeface="TimesNewRomanPSMT"/>
          <a:cs typeface="TimesNewRomanPSM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lastRow>
    <a:firstRow>
      <a:tcTxStyle b="def" i="def">
        <a:font>
          <a:latin typeface="TimesNewRomanPSMT"/>
          <a:ea typeface="TimesNewRomanPSMT"/>
          <a:cs typeface="TimesNewRomanPSM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firstRow>
  </a:tblStyle>
  <a:tblStyle styleId="{EEE7283C-3CF3-47DC-8721-378D4A62B228}" styleName="">
    <a:tblBg/>
    <a:wholeTbl>
      <a:tcTxStyle b="def" i="de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wholeTbl>
    <a:firstCol>
      <a:tcTxStyle b="def" i="de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firstCol>
    <a:lastRow>
      <a:tcTxStyle b="def" i="de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lastRow>
    <a:firstRow>
      <a:tcTxStyle b="def" i="de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umer slajdu"/>
          <p:cNvSpPr/>
          <p:nvPr>
            <p:ph type="sldNum" sz="quarter" idx="2"/>
          </p:nvPr>
        </p:nvSpPr>
        <p:spPr>
          <a:prstGeom prst="line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 tytułowy"/>
          <p:cNvSpPr/>
          <p:nvPr>
            <p:ph type="title"/>
          </p:nvPr>
        </p:nvSpPr>
        <p:spPr>
          <a:xfrm>
            <a:off x="889000" y="317500"/>
            <a:ext cx="10414000" cy="15113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Tekst tytułowy</a:t>
            </a:r>
          </a:p>
        </p:txBody>
      </p:sp>
      <p:sp>
        <p:nvSpPr>
          <p:cNvPr id="3" name="Treść - poziom 1…"/>
          <p:cNvSpPr/>
          <p:nvPr>
            <p:ph type="body" idx="1"/>
          </p:nvPr>
        </p:nvSpPr>
        <p:spPr>
          <a:xfrm>
            <a:off x="889000" y="1828800"/>
            <a:ext cx="10414000" cy="44196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4" name="Numer slajdu"/>
          <p:cNvSpPr/>
          <p:nvPr>
            <p:ph type="sldNum" sz="quarter" idx="2"/>
          </p:nvPr>
        </p:nvSpPr>
        <p:spPr>
          <a:xfrm>
            <a:off x="0" y="0"/>
            <a:ext cx="1270000" cy="1270000"/>
          </a:xfrm>
          <a:prstGeom prst="line">
            <a:avLst/>
          </a:prstGeom>
          <a:ln w="0">
            <a:miter lim="0"/>
          </a:ln>
        </p:spPr>
        <p:txBody>
          <a:bodyPr wrap="none" lIns="0" tIns="0" rIns="0" bIns="0">
            <a:spAutoFit/>
          </a:bodyPr>
          <a:lstStyle/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9pPr>
    </p:titleStyle>
    <p:body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9pPr>
    </p:bodyStyle>
    <p:other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ative editable table"/>
          <p:cNvSpPr txBox="1"/>
          <p:nvPr/>
        </p:nvSpPr>
        <p:spPr>
          <a:xfrm>
            <a:off x="762000" y="381000"/>
            <a:ext cx="10668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>
                <a:solidFill>
                  <a:schemeClr val="accent4">
                    <a:hueOff val="9720000"/>
                    <a:lumOff val="-20000"/>
                  </a:schemeClr>
                </a:solidFill>
              </a:defRPr>
            </a:lvl1pPr>
          </a:lstStyle>
          <a:p>
            <a:pPr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3200">
                <a:solidFill>
                  <a:schemeClr val="accent4">
                    <a:hueOff val="9720000"/>
                    <a:lumOff val="-20000"/>
                  </a:schemeClr>
                </a:solidFill>
                <a:latin typeface="+mn-lt"/>
                <a:ea typeface="+mn-ea"/>
                <a:cs typeface="+mn-cs"/>
                <a:sym typeface="ArialMT"/>
              </a:rPr>
              <a:t>Native editable table</a:t>
            </a:r>
            <a:endParaRPr sz="3200">
              <a:solidFill>
                <a:schemeClr val="accent4">
                  <a:hueOff val="9720000"/>
                  <a:lumOff val="-20000"/>
                </a:schemeClr>
              </a:solidFill>
              <a:latin typeface="+mn-lt"/>
              <a:ea typeface="+mn-ea"/>
              <a:cs typeface="+mn-cs"/>
              <a:sym typeface="ArialMT"/>
            </a:endParaRPr>
          </a:p>
        </p:txBody>
      </p:sp>
      <p:graphicFrame>
        <p:nvGraphicFramePr>
          <p:cNvPr id="21" name="Values"/>
          <p:cNvGraphicFramePr/>
          <p:nvPr/>
        </p:nvGraphicFramePr>
        <p:xfrm>
          <a:off x="762000" y="1397000"/>
          <a:ext cx="10668000" cy="3810000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1" bandCol="0" bandRow="0" rtl="0">
                <a:tableStyleId>{4C3C2611-4C71-4FC5-86AE-919BDF0F9419}</a:tableStyleId>
              </a:tblPr>
              <a:tblGrid>
                <a:gridCol w="2667000"/>
                <a:gridCol w="2667000"/>
                <a:gridCol w="2667000"/>
                <a:gridCol w="2667000"/>
              </a:tblGrid>
              <a:tr h="9525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Product</a:t>
                      </a:r>
                    </a:p>
                  </a:txBody>
                  <a:tcPr marL="50800" marR="50800" marT="50800" marB="50800" anchor="t" anchorCtr="0" horzOverflow="overflow">
                    <a:lnL w="25400">
                      <a:solidFill>
                        <a:srgbClr val="000000"/>
                      </a:solidFill>
                      <a:miter lim="1000000"/>
                    </a:lnL>
                    <a:lnR w="12700">
                      <a:miter lim="400000"/>
                    </a:lnR>
                    <a:lnT w="25400">
                      <a:solidFill>
                        <a:srgbClr val="000000"/>
                      </a:solidFill>
                      <a:miter lim="1000000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Units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25400">
                      <a:solidFill>
                        <a:srgbClr val="000000"/>
                      </a:solidFill>
                      <a:miter lim="1000000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Revenue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25400">
                      <a:solidFill>
                        <a:srgbClr val="000000"/>
                      </a:solidFill>
                      <a:miter lim="1000000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Active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miter lim="400000"/>
                    </a:lnL>
                    <a:lnR w="25400">
                      <a:solidFill>
                        <a:srgbClr val="000000"/>
                      </a:solidFill>
                      <a:miter lim="1000000"/>
                    </a:lnR>
                    <a:lnT w="25400">
                      <a:solidFill>
                        <a:srgbClr val="000000"/>
                      </a:solidFill>
                      <a:miter lim="1000000"/>
                    </a:lnT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Widget</a:t>
                      </a:r>
                    </a:p>
                  </a:txBody>
                  <a:tcPr marL="50800" marR="50800" marT="50800" marB="50800" anchor="t" anchorCtr="0" horzOverflow="overflow">
                    <a:lnL w="25400">
                      <a:solidFill>
                        <a:srgbClr val="000000"/>
                      </a:solidFill>
                      <a:miter lim="1000000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12</a:t>
                      </a:r>
                    </a:p>
                  </a:txBody>
                  <a:tcPr marL="50800" marR="50800" marT="50800" marB="50800" anchor="t" anchorCtr="0" horzOverflow="overflow">
                    <a:lnR w="0">
                      <a:miter lim="400000"/>
                    </a:lnR>
                    <a:lnB w="38100">
                      <a:solidFill>
                        <a:schemeClr val="accent5">
                          <a:satOff val="33333"/>
                          <a:lumOff val="12000"/>
                        </a:schemeClr>
                      </a:solidFill>
                      <a:miter lim="10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1200,5</a:t>
                      </a:r>
                    </a:p>
                  </a:txBody>
                  <a:tcPr marL="50800" marR="50800" marT="50800" marB="50800" anchor="t" anchorCtr="0" horzOverflow="overflow">
                    <a:lnL w="0">
                      <a:miter lim="400000"/>
                    </a:lnL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PRAWDA</a:t>
                      </a:r>
                    </a:p>
                  </a:txBody>
                  <a:tcPr marL="50800" marR="50800" marT="50800" marB="50800" anchor="t" anchorCtr="0" horzOverflow="overflow">
                    <a:lnR w="25400">
                      <a:solidFill>
                        <a:srgbClr val="000000"/>
                      </a:solidFill>
                      <a:miter lim="1000000"/>
                    </a:lnR>
                    <a:lnB w="12700">
                      <a:miter lim="400000"/>
                    </a:lnB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Gadget</a:t>
                      </a:r>
                    </a:p>
                  </a:txBody>
                  <a:tcPr marL="50800" marR="50800" marT="50800" marB="50800" anchor="t" anchorCtr="0" horzOverflow="overflow">
                    <a:lnL w="25400">
                      <a:solidFill>
                        <a:srgbClr val="000000"/>
                      </a:solidFill>
                      <a:miter lim="1000000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50800" marR="50800" marT="50800" marB="50800" anchor="t" anchorCtr="0" horzOverflow="overflow">
                    <a:lnT w="38100">
                      <a:solidFill>
                        <a:schemeClr val="accent5">
                          <a:satOff val="33333"/>
                          <a:lumOff val="12000"/>
                        </a:schemeClr>
                      </a:solidFill>
                      <a:miter lim="1000000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-25,75</a:t>
                      </a:r>
                    </a:p>
                  </a:txBody>
                  <a:tcPr marL="50800" marR="50800" marT="50800" marB="50800" anchor="t" anchorCtr="0" horzOverflow="overflow"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FAŁSZ</a:t>
                      </a:r>
                    </a:p>
                  </a:txBody>
                  <a:tcPr marL="50800" marR="50800" marT="50800" marB="50800" anchor="t" anchorCtr="0" horzOverflow="overflow">
                    <a:lnR w="25400">
                      <a:solidFill>
                        <a:srgbClr val="000000"/>
                      </a:solidFill>
                      <a:miter lim="1000000"/>
                    </a:lnR>
                    <a:lnT w="12700">
                      <a:miter lim="400000"/>
                    </a:lnT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Zażółć 😀</a:t>
                      </a:r>
                    </a:p>
                  </a:txBody>
                  <a:tcPr marL="50800" marR="50800" marT="50800" marB="50800" anchor="t" anchorCtr="0" horzOverflow="overflow">
                    <a:lnL w="25400">
                      <a:solidFill>
                        <a:srgbClr val="000000"/>
                      </a:solidFill>
                      <a:miter lim="1000000"/>
                    </a:lnL>
                    <a:lnB w="25400">
                      <a:solidFill>
                        <a:srgbClr val="000000"/>
                      </a:solidFill>
                      <a:miter lim="10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=SUM(A1:A2)</a:t>
                      </a:r>
                    </a:p>
                  </a:txBody>
                  <a:tcPr marL="50800" marR="50800" marT="50800" marB="50800" anchor="t" anchorCtr="0" horzOverflow="overflow">
                    <a:lnB w="25400">
                      <a:solidFill>
                        <a:srgbClr val="000000"/>
                      </a:solidFill>
                      <a:miter lim="10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</a:p>
                  </a:txBody>
                  <a:tcPr marL="50800" marR="50800" marT="50800" marB="50800" anchor="t" anchorCtr="0" horzOverflow="overflow">
                    <a:lnB w="25400">
                      <a:solidFill>
                        <a:srgbClr val="000000"/>
                      </a:solidFill>
                      <a:miter lim="10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</a:p>
                  </a:txBody>
                  <a:tcPr marL="50800" marR="50800" marT="50800" marB="50800" anchor="t" anchorCtr="0" horzOverflow="overflow">
                    <a:lnR w="25400">
                      <a:solidFill>
                        <a:srgbClr val="000000"/>
                      </a:solidFill>
                      <a:miter lim="1000000"/>
                    </a:lnR>
                    <a:lnB w="25400">
                      <a:solidFill>
                        <a:srgbClr val="000000"/>
                      </a:solidFill>
                      <a:miter lim="1000000"/>
                    </a:lnB>
                  </a:tcPr>
                </a:tc>
              </a:tr>
            </a:tbl>
          </a:graphicData>
        </a:graphic>
      </p:graphicFrame>
      <p:sp>
        <p:nvSpPr>
          <p:cNvPr id="22" name="Text, numeric and boolean cells; literal equals-sign text"/>
          <p:cNvSpPr txBox="1"/>
          <p:nvPr/>
        </p:nvSpPr>
        <p:spPr>
          <a:xfrm>
            <a:off x="762000" y="5588000"/>
            <a:ext cx="10668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 sz="2200"/>
            </a:lvl1pPr>
          </a:lstStyle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rPr sz="2200">
                <a:latin typeface="+mn-lt"/>
                <a:ea typeface="+mn-ea"/>
                <a:cs typeface="+mn-cs"/>
                <a:sym typeface="ArialMT"/>
              </a:rPr>
              <a:t>Text, numeric and boolean cells; literal equals-sign text</a:t>
            </a:r>
            <a:endParaRPr sz="2200">
              <a:latin typeface="+mn-lt"/>
              <a:ea typeface="+mn-ea"/>
              <a:cs typeface="+mn-cs"/>
              <a:sym typeface="ArialMT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Multilingual text and mixed stacking order"/>
          <p:cNvSpPr txBox="1"/>
          <p:nvPr/>
        </p:nvSpPr>
        <p:spPr>
          <a:xfrm>
            <a:off x="762000" y="381000"/>
            <a:ext cx="10668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 sz="2800">
                <a:solidFill>
                  <a:schemeClr val="accent4">
                    <a:hueOff val="9720000"/>
                    <a:lumOff val="-20000"/>
                  </a:schemeClr>
                </a:solidFill>
              </a:defRPr>
            </a:lvl1pPr>
          </a:lstStyle>
          <a:p>
            <a:pPr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2800">
                <a:solidFill>
                  <a:schemeClr val="accent4">
                    <a:hueOff val="9720000"/>
                    <a:lumOff val="-20000"/>
                  </a:schemeClr>
                </a:solidFill>
                <a:latin typeface="+mn-lt"/>
                <a:ea typeface="+mn-ea"/>
                <a:cs typeface="+mn-cs"/>
                <a:sym typeface="ArialMT"/>
              </a:rPr>
              <a:t>Multilingual text and mixed stacking order</a:t>
            </a:r>
            <a:endParaRPr sz="2800">
              <a:solidFill>
                <a:schemeClr val="accent4">
                  <a:hueOff val="9720000"/>
                  <a:lumOff val="-20000"/>
                </a:schemeClr>
              </a:solidFill>
              <a:latin typeface="+mn-lt"/>
              <a:ea typeface="+mn-ea"/>
              <a:cs typeface="+mn-cs"/>
              <a:sym typeface="ArialMT"/>
            </a:endParaRPr>
          </a:p>
        </p:txBody>
      </p:sp>
      <p:pic>
        <p:nvPicPr>
          <p:cNvPr id="25" name="Behind table" descr="Behind tabl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0000" y="2540000"/>
            <a:ext cx="2032000" cy="2032000"/>
          </a:xfrm>
          <a:prstGeom prst="rect">
            <a:avLst/>
          </a:prstGeom>
          <a:ln w="0">
            <a:miter lim="0"/>
          </a:ln>
        </p:spPr>
      </p:pic>
      <p:graphicFrame>
        <p:nvGraphicFramePr>
          <p:cNvPr id="26" name="Unicode"/>
          <p:cNvGraphicFramePr/>
          <p:nvPr/>
        </p:nvGraphicFramePr>
        <p:xfrm>
          <a:off x="2032000" y="1651000"/>
          <a:ext cx="8128000" cy="3810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064000"/>
                <a:gridCol w="4064000"/>
              </a:tblGrid>
              <a:tr h="19050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TimesNewRomanPSMT"/>
                          <a:ea typeface="TimesNewRomanPSMT"/>
                          <a:cs typeface="TimesNewRomanPSMT"/>
                          <a:sym typeface="TimesNewRomanPSMT"/>
                        </a:rPr>
                        <a:t>A😀B
Zażółć — café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TimesNewRomanPSMT"/>
                          <a:ea typeface="TimesNewRomanPSMT"/>
                          <a:cs typeface="TimesNewRomanPSMT"/>
                          <a:sym typeface="TimesNewRomanPSMT"/>
                        </a:rPr>
                        <a:t>REPEATED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  <a:tr h="19050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TimesNewRomanPSMT"/>
                          <a:ea typeface="TimesNewRomanPSMT"/>
                          <a:cs typeface="TimesNewRomanPSMT"/>
                          <a:sym typeface="TimesNewRomanPSMT"/>
                        </a:rPr>
                        <a:t>REPEATED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TimesNewRomanPSMT"/>
                          <a:ea typeface="TimesNewRomanPSMT"/>
                          <a:cs typeface="TimesNewRomanPSMT"/>
                          <a:sym typeface="TimesNewRomanPSMT"/>
                        </a:rPr>
                        <a:t>0,125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</a:tbl>
          </a:graphicData>
        </a:graphic>
      </p:graphicFrame>
      <p:sp>
        <p:nvSpPr>
          <p:cNvPr id="27" name="AFTER TABLE"/>
          <p:cNvSpPr txBox="1"/>
          <p:nvPr/>
        </p:nvSpPr>
        <p:spPr>
          <a:xfrm>
            <a:off x="2540000" y="5842000"/>
            <a:ext cx="7620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 sz="2800">
                <a:solidFill>
                  <a:schemeClr val="accent4">
                    <a:hueOff val="9720000"/>
                    <a:lumOff val="-20000"/>
                  </a:schemeClr>
                </a:solidFill>
              </a:defRPr>
            </a:lvl1pPr>
          </a:lstStyle>
          <a:p>
            <a:pPr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2800">
                <a:solidFill>
                  <a:schemeClr val="accent4">
                    <a:hueOff val="9720000"/>
                    <a:lumOff val="-20000"/>
                  </a:schemeClr>
                </a:solidFill>
                <a:latin typeface="+mn-lt"/>
                <a:ea typeface="+mn-ea"/>
                <a:cs typeface="+mn-cs"/>
                <a:sym typeface="ArialMT"/>
              </a:rPr>
              <a:t>AFTER TABLE</a:t>
            </a:r>
            <a:endParaRPr sz="2800">
              <a:solidFill>
                <a:schemeClr val="accent4">
                  <a:hueOff val="9720000"/>
                  <a:lumOff val="-20000"/>
                </a:schemeClr>
              </a:solidFill>
              <a:latin typeface="+mn-lt"/>
              <a:ea typeface="+mn-ea"/>
              <a:cs typeface="+mn-cs"/>
              <a:sym typeface="ArialMT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mpty editable table"/>
          <p:cNvSpPr txBox="1"/>
          <p:nvPr/>
        </p:nvSpPr>
        <p:spPr>
          <a:xfrm>
            <a:off x="762000" y="381000"/>
            <a:ext cx="10668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>
                <a:solidFill>
                  <a:schemeClr val="accent4">
                    <a:hueOff val="9720000"/>
                    <a:lumOff val="-20000"/>
                  </a:schemeClr>
                </a:solidFill>
              </a:defRPr>
            </a:lvl1pPr>
          </a:lstStyle>
          <a:p>
            <a:pPr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3200">
                <a:solidFill>
                  <a:schemeClr val="accent4">
                    <a:hueOff val="9720000"/>
                    <a:lumOff val="-20000"/>
                  </a:schemeClr>
                </a:solidFill>
                <a:latin typeface="+mn-lt"/>
                <a:ea typeface="+mn-ea"/>
                <a:cs typeface="+mn-cs"/>
                <a:sym typeface="ArialMT"/>
              </a:rPr>
              <a:t>Empty editable table</a:t>
            </a:r>
            <a:endParaRPr sz="3200">
              <a:solidFill>
                <a:schemeClr val="accent4">
                  <a:hueOff val="9720000"/>
                  <a:lumOff val="-20000"/>
                </a:schemeClr>
              </a:solidFill>
              <a:latin typeface="+mn-lt"/>
              <a:ea typeface="+mn-ea"/>
              <a:cs typeface="+mn-cs"/>
              <a:sym typeface="ArialMT"/>
            </a:endParaRPr>
          </a:p>
        </p:txBody>
      </p:sp>
      <p:graphicFrame>
        <p:nvGraphicFramePr>
          <p:cNvPr id="30" name="Empty"/>
          <p:cNvGraphicFramePr/>
          <p:nvPr/>
        </p:nvGraphicFramePr>
        <p:xfrm>
          <a:off x="762000" y="1397000"/>
          <a:ext cx="7620000" cy="3810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620000"/>
              </a:tblGrid>
              <a:tr h="38100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50800" marR="50800" marT="50800" marB="5080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IMO">
  <a:themeElements>
    <a:clrScheme name="OfficeIMO">
      <a:dk1>
        <a:srgbClr val="000000"/>
      </a:dk1>
      <a:lt1>
        <a:srgbClr val="FFFFFF"/>
      </a:lt1>
      <a:dk2>
        <a:srgbClr val="4D4D4D"/>
      </a:dk2>
      <a:lt2>
        <a:srgbClr val="CCCCCC"/>
      </a:lt2>
      <a:accent1>
        <a:srgbClr val="0066CC"/>
      </a:accent1>
      <a:accent2>
        <a:srgbClr val="00A366"/>
      </a:accent2>
      <a:accent3>
        <a:srgbClr val="66A300"/>
      </a:accent3>
      <a:accent4>
        <a:srgbClr val="CCA300"/>
      </a:accent4>
      <a:accent5>
        <a:srgbClr val="CC2929"/>
      </a:accent5>
      <a:accent6>
        <a:srgbClr val="7A29CC"/>
      </a:accent6>
      <a:hlink>
        <a:srgbClr val="0000FF"/>
      </a:hlink>
      <a:folHlink>
        <a:srgbClr val="FF00FF"/>
      </a:folHlink>
    </a:clrScheme>
    <a:fontScheme name="OfficeIMO">
      <a:majorFont>
        <a:latin typeface="ArialMT"/>
        <a:ea typeface="ArialMT"/>
        <a:cs typeface="ArialMT"/>
      </a:majorFont>
      <a:minorFont>
        <a:latin typeface="ArialMT"/>
        <a:ea typeface="ArialMT"/>
        <a:cs typeface="ArialMT"/>
      </a:minorFont>
    </a:fontScheme>
    <a:fmtScheme name="OfficeIM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IMO">
  <a:themeElements>
    <a:clrScheme name="OfficeIMO">
      <a:dk1>
        <a:srgbClr val="000000"/>
      </a:dk1>
      <a:lt1>
        <a:srgbClr val="FFFFFF"/>
      </a:lt1>
      <a:dk2>
        <a:srgbClr val="4D4D4D"/>
      </a:dk2>
      <a:lt2>
        <a:srgbClr val="CCCCCC"/>
      </a:lt2>
      <a:accent1>
        <a:srgbClr val="0066CC"/>
      </a:accent1>
      <a:accent2>
        <a:srgbClr val="00A366"/>
      </a:accent2>
      <a:accent3>
        <a:srgbClr val="66A300"/>
      </a:accent3>
      <a:accent4>
        <a:srgbClr val="CCA300"/>
      </a:accent4>
      <a:accent5>
        <a:srgbClr val="CC2929"/>
      </a:accent5>
      <a:accent6>
        <a:srgbClr val="7A29CC"/>
      </a:accent6>
      <a:hlink>
        <a:srgbClr val="0000FF"/>
      </a:hlink>
      <a:folHlink>
        <a:srgbClr val="FF00FF"/>
      </a:folHlink>
    </a:clrScheme>
    <a:fontScheme name="OfficeIMO">
      <a:majorFont>
        <a:latin typeface="ArialMT"/>
        <a:ea typeface="ArialMT"/>
        <a:cs typeface="ArialMT"/>
      </a:majorFont>
      <a:minorFont>
        <a:latin typeface="ArialMT"/>
        <a:ea typeface="ArialMT"/>
        <a:cs typeface="ArialMT"/>
      </a:minorFont>
    </a:fontScheme>
    <a:fmtScheme name="OfficeIM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