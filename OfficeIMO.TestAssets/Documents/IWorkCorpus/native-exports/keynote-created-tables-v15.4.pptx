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M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Ref idx="minor">
          <a:schemeClr val="accent4">
            <a:hueOff val="9720000"/>
            <a:lumOff val="-20000"/>
          </a:schemeClr>
        </a:fontRef>
        <a:schemeClr val="accent4">
          <a:hueOff val="9720000"/>
          <a:lumOff val="-20000"/>
        </a:schemeClr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>
          <a:latin typeface="TimesNewRomanPSMT"/>
          <a:ea typeface="TimesNewRomanPSMT"/>
          <a:cs typeface="TimesNewRomanPSM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wholeTbl>
    <a:firstCol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Col>
    <a:la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lastRow>
    <a:firstRow>
      <a:tcTxStyle b="def" i="de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1000000"/>
            </a:ln>
          </a:left>
          <a:right>
            <a:ln w="12700" cap="flat">
              <a:solidFill>
                <a:srgbClr val="000000"/>
              </a:solidFill>
              <a:prstDash val="solid"/>
              <a:miter lim="1000000"/>
            </a:ln>
          </a:right>
          <a:top>
            <a:ln w="12700" cap="flat">
              <a:solidFill>
                <a:srgbClr val="000000"/>
              </a:solidFill>
              <a:prstDash val="solid"/>
              <a:miter lim="1000000"/>
            </a:ln>
          </a:top>
          <a:bottom>
            <a:ln w="12700" cap="flat">
              <a:solidFill>
                <a:srgbClr val="000000"/>
              </a:solidFill>
              <a:prstDash val="solid"/>
              <a:miter lim="10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10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1000000"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 slajdu"/>
          <p:cNvSpPr/>
          <p:nvPr>
            <p:ph type="sldNum" sz="quarter" idx="2"/>
          </p:nvPr>
        </p:nvSpPr>
        <p:spPr>
          <a:prstGeom prst="line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 tytułowy"/>
          <p:cNvSpPr/>
          <p:nvPr>
            <p:ph type="title"/>
          </p:nvPr>
        </p:nvSpPr>
        <p:spPr>
          <a:xfrm>
            <a:off x="889000" y="317500"/>
            <a:ext cx="10414000" cy="15113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Tekst tytułowy</a:t>
            </a:r>
          </a:p>
        </p:txBody>
      </p:sp>
      <p:sp>
        <p:nvSpPr>
          <p:cNvPr id="3" name="Treść - poziom 1…"/>
          <p:cNvSpPr/>
          <p:nvPr>
            <p:ph type="body" idx="1"/>
          </p:nvPr>
        </p:nvSpPr>
        <p:spPr>
          <a:xfrm>
            <a:off x="889000" y="1828800"/>
            <a:ext cx="10414000" cy="44196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Treść - poziom 1</a:t>
            </a:r>
          </a:p>
          <a:p>
            <a:pPr lvl="1"/>
            <a:r>
              <a:t>Treść - poziom 2</a:t>
            </a:r>
          </a:p>
          <a:p>
            <a:pPr lvl="2"/>
            <a:r>
              <a:t>Treść - poziom 3</a:t>
            </a:r>
          </a:p>
          <a:p>
            <a:pPr lvl="3"/>
            <a:r>
              <a:t>Treść - poziom 4</a:t>
            </a:r>
          </a:p>
          <a:p>
            <a:pPr lvl="4"/>
            <a:r>
              <a:t>Treść - poziom 5</a:t>
            </a:r>
          </a:p>
        </p:txBody>
      </p:sp>
      <p:sp>
        <p:nvSpPr>
          <p:cNvPr id="4" name="Numer slajdu"/>
          <p:cNvSpPr/>
          <p:nvPr>
            <p:ph type="sldNum" sz="quarter" idx="2"/>
          </p:nvPr>
        </p:nvSpPr>
        <p:spPr>
          <a:xfrm>
            <a:off x="0" y="0"/>
            <a:ext cx="1270000" cy="1270000"/>
          </a:xfrm>
          <a:prstGeom prst="line">
            <a:avLst/>
          </a:prstGeom>
          <a:ln w="0">
            <a:miter lim="0"/>
          </a:ln>
        </p:spPr>
        <p:txBody>
          <a:bodyPr wrap="none" lIns="0" tIns="0" rIns="0" bIns="0">
            <a:spAutoFit/>
          </a:bodyPr>
          <a:lstStyle/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titleStyle>
    <p:body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ArialMT"/>
        </a:defRPr>
      </a:lvl9pPr>
    </p:bodyStyle>
    <p:other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200" u="none">
          <a:solidFill>
            <a:schemeClr val="tx1"/>
          </a:solidFill>
          <a:uFillTx/>
          <a:latin typeface="+mn-lt"/>
          <a:ea typeface="+mn-ea"/>
          <a:cs typeface="+mn-cs"/>
          <a:sym typeface="ArialM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Native editable table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Native editable table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graphicFrame>
        <p:nvGraphicFramePr>
          <p:cNvPr id="21" name="Values"/>
          <p:cNvGraphicFramePr/>
          <p:nvPr/>
        </p:nvGraphicFramePr>
        <p:xfrm>
          <a:off x="762000" y="1397000"/>
          <a:ext cx="10668000" cy="3810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667000"/>
                <a:gridCol w="2667000"/>
                <a:gridCol w="2667000"/>
                <a:gridCol w="2667000"/>
              </a:tblGrid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Product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Units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Revenue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Active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Widget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12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1200,5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PRAWDA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Gadget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0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-25,75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FAŁSZ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9525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Zażółć 😀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solidFill>
                            <a:schemeClr val="accent4">
                              <a:hueOff val="9720000"/>
                              <a:lumOff val="-20000"/>
                            </a:schemeClr>
                          </a:solidFill>
                        </a:rPr>
                        <a:t>=SUM(A1:A2)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  <p:sp>
        <p:nvSpPr>
          <p:cNvPr id="22" name="Text, numeric and boolean cells; literal equals-sign text"/>
          <p:cNvSpPr txBox="1"/>
          <p:nvPr/>
        </p:nvSpPr>
        <p:spPr>
          <a:xfrm>
            <a:off x="762000" y="5588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200"/>
            </a:lvl1pPr>
          </a:lstStyle>
          <a:p>
            <a:pPr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r>
              <a:rPr sz="2200">
                <a:latin typeface="+mn-lt"/>
                <a:ea typeface="+mn-ea"/>
                <a:cs typeface="+mn-cs"/>
                <a:sym typeface="ArialMT"/>
              </a:rPr>
              <a:t>Text, numeric and boolean cells; literal equals-sign text</a:t>
            </a:r>
            <a:endParaRPr sz="2200"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Multilingual text and mixed stacking order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Multilingual text and mixed stacking order</a:t>
            </a:r>
            <a:endParaRPr sz="28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pic>
        <p:nvPicPr>
          <p:cNvPr id="25" name="Behind table" descr="Behind table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70000" y="2540000"/>
            <a:ext cx="2032000" cy="2032000"/>
          </a:xfrm>
          <a:prstGeom prst="rect">
            <a:avLst/>
          </a:prstGeom>
          <a:ln w="0">
            <a:miter lim="0"/>
          </a:ln>
        </p:spPr>
      </p:pic>
      <p:graphicFrame>
        <p:nvGraphicFramePr>
          <p:cNvPr id="26" name="Unicode"/>
          <p:cNvGraphicFramePr/>
          <p:nvPr/>
        </p:nvGraphicFramePr>
        <p:xfrm>
          <a:off x="2032000" y="1651000"/>
          <a:ext cx="8128000" cy="3810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064000"/>
                <a:gridCol w="4064000"/>
              </a:tblGrid>
              <a:tr h="19050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A😀B
Zażółć — café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REPEATED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  <a:tr h="1905000"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REPEATED</a:t>
                      </a:r>
                    </a:p>
                  </a:txBody>
                  <a:tcPr marL="50800" marR="50800" marT="50800" marB="50800" anchor="t" anchorCtr="0" horzOverflow="overflow"/>
                </a:tc>
                <a:tc>
                  <a:txBody>
                    <a:bodyPr/>
                    <a:lstStyle/>
                    <a:p>
                      <a:pPr>
                        <a:defRPr sz="1800">
                          <a:solidFill>
                            <a:srgbClr val="000000"/>
                          </a:solidFill>
                        </a:defRPr>
                      </a:pPr>
                      <a:r>
                        <a:rPr sz="2400">
                          <a:latin typeface="TimesNewRomanPSMT"/>
                          <a:ea typeface="TimesNewRomanPSMT"/>
                          <a:cs typeface="TimesNewRomanPSMT"/>
                          <a:sym typeface="TimesNewRomanPSMT"/>
                        </a:rPr>
                        <a:t>0,125</a:t>
                      </a: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  <p:sp>
        <p:nvSpPr>
          <p:cNvPr id="27" name="AFTER TABLE"/>
          <p:cNvSpPr txBox="1"/>
          <p:nvPr/>
        </p:nvSpPr>
        <p:spPr>
          <a:xfrm>
            <a:off x="2540000" y="5842000"/>
            <a:ext cx="7620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 sz="2800"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28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AFTER TABLE</a:t>
            </a:r>
            <a:endParaRPr sz="28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mpty editable table"/>
          <p:cNvSpPr txBox="1"/>
          <p:nvPr/>
        </p:nvSpPr>
        <p:spPr>
          <a:xfrm>
            <a:off x="762000" y="381000"/>
            <a:ext cx="10668000" cy="762000"/>
          </a:xfrm>
          <a:prstGeom prst="rect">
            <a:avLst/>
          </a:prstGeom>
          <a:ln w="0">
            <a:miter lim="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>
            <a:lvl1pPr>
              <a:defRPr>
                <a:solidFill>
                  <a:schemeClr val="accent4">
                    <a:hueOff val="9720000"/>
                    <a:lumOff val="-20000"/>
                  </a:schemeClr>
                </a:solidFill>
              </a:defRPr>
            </a:lvl1pPr>
          </a:lstStyle>
          <a:p>
            <a:pPr>
              <a:defRPr sz="12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sz="3200">
                <a:solidFill>
                  <a:schemeClr val="accent4">
                    <a:hueOff val="9720000"/>
                    <a:lumOff val="-20000"/>
                  </a:schemeClr>
                </a:solidFill>
                <a:latin typeface="+mn-lt"/>
                <a:ea typeface="+mn-ea"/>
                <a:cs typeface="+mn-cs"/>
                <a:sym typeface="ArialMT"/>
              </a:rPr>
              <a:t>Empty editable table</a:t>
            </a:r>
            <a:endParaRPr sz="3200">
              <a:solidFill>
                <a:schemeClr val="accent4">
                  <a:hueOff val="9720000"/>
                  <a:lumOff val="-20000"/>
                </a:schemeClr>
              </a:solidFill>
              <a:latin typeface="+mn-lt"/>
              <a:ea typeface="+mn-ea"/>
              <a:cs typeface="+mn-cs"/>
              <a:sym typeface="ArialMT"/>
            </a:endParaRPr>
          </a:p>
        </p:txBody>
      </p:sp>
      <p:graphicFrame>
        <p:nvGraphicFramePr>
          <p:cNvPr id="30" name="Empty"/>
          <p:cNvGraphicFramePr/>
          <p:nvPr/>
        </p:nvGraphicFramePr>
        <p:xfrm>
          <a:off x="762000" y="1397000"/>
          <a:ext cx="7620000" cy="3810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620000"/>
              </a:tblGrid>
              <a:tr h="3810000">
                <a:tc>
                  <a:txBody>
                    <a:bodyPr/>
                    <a:lstStyle/>
                    <a:p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</a:p>
                  </a:txBody>
                  <a:tcPr marL="50800" marR="50800" marT="50800" marB="5080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IMO">
  <a:themeElements>
    <a:clrScheme name="OfficeIMO">
      <a:dk1>
        <a:srgbClr val="000000"/>
      </a:dk1>
      <a:lt1>
        <a:srgbClr val="FFFFFF"/>
      </a:lt1>
      <a:dk2>
        <a:srgbClr val="4D4D4D"/>
      </a:dk2>
      <a:lt2>
        <a:srgbClr val="CCCCCC"/>
      </a:lt2>
      <a:accent1>
        <a:srgbClr val="0066CC"/>
      </a:accent1>
      <a:accent2>
        <a:srgbClr val="00A366"/>
      </a:accent2>
      <a:accent3>
        <a:srgbClr val="66A300"/>
      </a:accent3>
      <a:accent4>
        <a:srgbClr val="CCA300"/>
      </a:accent4>
      <a:accent5>
        <a:srgbClr val="CC2929"/>
      </a:accent5>
      <a:accent6>
        <a:srgbClr val="7A29CC"/>
      </a:accent6>
      <a:hlink>
        <a:srgbClr val="0000FF"/>
      </a:hlink>
      <a:folHlink>
        <a:srgbClr val="FF00FF"/>
      </a:folHlink>
    </a:clrScheme>
    <a:fontScheme name="OfficeIMO">
      <a:majorFont>
        <a:latin typeface="ArialMT"/>
        <a:ea typeface="ArialMT"/>
        <a:cs typeface="ArialMT"/>
      </a:majorFont>
      <a:minorFont>
        <a:latin typeface="ArialMT"/>
        <a:ea typeface="ArialMT"/>
        <a:cs typeface="ArialMT"/>
      </a:minorFont>
    </a:fontScheme>
    <a:fmtScheme name="OfficeIM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0" cap="flat">
          <a:noFill/>
          <a:miter lim="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M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