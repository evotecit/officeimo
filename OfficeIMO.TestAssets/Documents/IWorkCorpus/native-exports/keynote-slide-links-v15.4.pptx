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" name="Shape 11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 tytułowy"/>
          <p:cNvSpPr txBox="1"/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12" name="Treść - poziom 1…"/>
          <p:cNvSpPr txBox="1"/>
          <p:nvPr>
            <p:ph type="body" sz="quarter" idx="1"/>
          </p:nvPr>
        </p:nvSpPr>
        <p:spPr>
          <a:xfrm>
            <a:off x="838200" y="2174875"/>
            <a:ext cx="7772400" cy="1470025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13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kst tytułowy"/>
          <p:cNvSpPr txBox="1"/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21" name="Treść - poziom 1…"/>
          <p:cNvSpPr txBox="1"/>
          <p:nvPr>
            <p:ph type="body" sz="half" idx="1"/>
          </p:nvPr>
        </p:nvSpPr>
        <p:spPr>
          <a:xfrm>
            <a:off x="838200" y="2174875"/>
            <a:ext cx="7772400" cy="39624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2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kst tytułowy"/>
          <p:cNvSpPr txBox="1"/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30" name="Treść - poziom 1…"/>
          <p:cNvSpPr txBox="1"/>
          <p:nvPr>
            <p:ph type="body" sz="quarter" idx="1"/>
          </p:nvPr>
        </p:nvSpPr>
        <p:spPr>
          <a:xfrm>
            <a:off x="838200" y="2174875"/>
            <a:ext cx="7772400" cy="1470025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3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kst tytułowy"/>
          <p:cNvSpPr txBox="1"/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39" name="Treść - poziom 1…"/>
          <p:cNvSpPr txBox="1"/>
          <p:nvPr>
            <p:ph type="body" sz="quarter" idx="1"/>
          </p:nvPr>
        </p:nvSpPr>
        <p:spPr>
          <a:xfrm>
            <a:off x="685800" y="2174875"/>
            <a:ext cx="3657600" cy="39624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0" name="Content Placeholder 3"/>
          <p:cNvSpPr/>
          <p:nvPr>
            <p:ph type="body" sz="quarter" idx="21"/>
          </p:nvPr>
        </p:nvSpPr>
        <p:spPr>
          <a:xfrm>
            <a:off x="4127500" y="2174875"/>
            <a:ext cx="3657600" cy="39624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kst tytułowy"/>
          <p:cNvSpPr txBox="1"/>
          <p:nvPr>
            <p:ph type="title"/>
          </p:nvPr>
        </p:nvSpPr>
        <p:spPr>
          <a:xfrm>
            <a:off x="457200" y="365125"/>
            <a:ext cx="8048625" cy="457200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49" name="Treść - poziom 1…"/>
          <p:cNvSpPr txBox="1"/>
          <p:nvPr>
            <p:ph type="body" sz="quarter" idx="1"/>
          </p:nvPr>
        </p:nvSpPr>
        <p:spPr>
          <a:xfrm>
            <a:off x="457200" y="899158"/>
            <a:ext cx="3889375" cy="350489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50" name="Right Text Placeholder 3"/>
          <p:cNvSpPr/>
          <p:nvPr>
            <p:ph type="body" sz="quarter" idx="21"/>
          </p:nvPr>
        </p:nvSpPr>
        <p:spPr>
          <a:xfrm>
            <a:off x="4457200" y="899158"/>
            <a:ext cx="3889376" cy="350489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5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kst tytułowy"/>
          <p:cNvSpPr txBox="1"/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59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kst tytułowy"/>
          <p:cNvSpPr txBox="1"/>
          <p:nvPr>
            <p:ph type="title"/>
          </p:nvPr>
        </p:nvSpPr>
        <p:spPr>
          <a:xfrm>
            <a:off x="838200" y="365125"/>
            <a:ext cx="7772400" cy="457200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74" name="Picture Placeholder 3"/>
          <p:cNvSpPr/>
          <p:nvPr>
            <p:ph type="pic" sz="quarter" idx="21"/>
          </p:nvPr>
        </p:nvSpPr>
        <p:spPr>
          <a:xfrm>
            <a:off x="838200" y="759999"/>
            <a:ext cx="7772400" cy="1016001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75" name="Treść - poziom 1…"/>
          <p:cNvSpPr txBox="1"/>
          <p:nvPr>
            <p:ph type="body" sz="quarter" idx="1"/>
          </p:nvPr>
        </p:nvSpPr>
        <p:spPr>
          <a:xfrm>
            <a:off x="838200" y="1912624"/>
            <a:ext cx="7772400" cy="11430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76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kst tytułowy"/>
          <p:cNvSpPr txBox="1"/>
          <p:nvPr>
            <p:ph type="title"/>
          </p:nvPr>
        </p:nvSpPr>
        <p:spPr>
          <a:xfrm>
            <a:off x="914400" y="365125"/>
            <a:ext cx="1828800" cy="6858000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84" name="Treść - poziom 1…"/>
          <p:cNvSpPr txBox="1"/>
          <p:nvPr>
            <p:ph type="body" idx="1"/>
          </p:nvPr>
        </p:nvSpPr>
        <p:spPr>
          <a:xfrm>
            <a:off x="2743200" y="365125"/>
            <a:ext cx="5486400" cy="68580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8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kst tytułowy"/>
          <p:cNvSpPr txBox="1"/>
          <p:nvPr>
            <p:ph type="title"/>
          </p:nvPr>
        </p:nvSpPr>
        <p:spPr>
          <a:xfrm>
            <a:off x="914400" y="365125"/>
            <a:ext cx="2743200" cy="6858000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93" name="Treść - poziom 1…"/>
          <p:cNvSpPr txBox="1"/>
          <p:nvPr>
            <p:ph type="body" sz="quarter" idx="1"/>
          </p:nvPr>
        </p:nvSpPr>
        <p:spPr>
          <a:xfrm>
            <a:off x="365125" y="365125"/>
            <a:ext cx="914400" cy="68580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9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kst tytułowy"/>
          <p:cNvSpPr txBox="1"/>
          <p:nvPr>
            <p:ph type="title"/>
          </p:nvPr>
        </p:nvSpPr>
        <p:spPr>
          <a:xfrm>
            <a:off x="838200" y="365125"/>
            <a:ext cx="7772400" cy="1470025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/>
            <a:r>
              <a:t>Tekst tytułowy</a:t>
            </a:r>
          </a:p>
        </p:txBody>
      </p:sp>
      <p:sp>
        <p:nvSpPr>
          <p:cNvPr id="102" name="Treść - poziom 1…"/>
          <p:cNvSpPr txBox="1"/>
          <p:nvPr>
            <p:ph type="body" sz="quarter" idx="1"/>
          </p:nvPr>
        </p:nvSpPr>
        <p:spPr>
          <a:xfrm>
            <a:off x="685800" y="2174875"/>
            <a:ext cx="3657600" cy="39624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103" name="Content Placeholder 3"/>
          <p:cNvSpPr/>
          <p:nvPr>
            <p:ph type="body" sz="quarter" idx="21"/>
          </p:nvPr>
        </p:nvSpPr>
        <p:spPr>
          <a:xfrm>
            <a:off x="4127500" y="2174875"/>
            <a:ext cx="3657600" cy="39624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 txBox="1"/>
          <p:nvPr>
            <p:ph type="subTitle" sz="quarter" idx="1"/>
          </p:nvPr>
        </p:nvSpPr>
        <p:spPr>
          <a:xfrm>
            <a:off x="762000" y="508000"/>
            <a:ext cx="10668000" cy="762000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Slide links</a:t>
            </a:r>
          </a:p>
        </p:txBody>
      </p:sp>
      <p:sp>
        <p:nvSpPr>
          <p:cNvPr id="114" name="TextBox 2"/>
          <p:cNvSpPr txBox="1"/>
          <p:nvPr/>
        </p:nvSpPr>
        <p:spPr>
          <a:xfrm>
            <a:off x="807719" y="1778000"/>
            <a:ext cx="473456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sz="2400"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Go to slide two</a:t>
            </a:r>
          </a:p>
        </p:txBody>
      </p:sp>
      <p:sp>
        <p:nvSpPr>
          <p:cNvPr id="115" name="TextBox 3">
            <a:hlinkClick r:id="" invalidUrl="" action="ppaction://hlinkshowjump?jump=nextslide" tgtFrame="" tooltip="" history="1" highlightClick="0" endSnd="0"/>
          </p:cNvPr>
          <p:cNvSpPr txBox="1"/>
          <p:nvPr/>
        </p:nvSpPr>
        <p:spPr>
          <a:xfrm>
            <a:off x="6903719" y="2032000"/>
            <a:ext cx="2956562" cy="88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Frame to next slide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>
            <p:ph type="subTitle" sz="quarter" idx="1"/>
          </p:nvPr>
        </p:nvSpPr>
        <p:spPr>
          <a:xfrm>
            <a:off x="762000" y="1524000"/>
            <a:ext cx="8890000" cy="1524000"/>
          </a:xfrm>
          <a:prstGeom prst="rect">
            <a:avLst/>
          </a:prstGeom>
        </p:spPr>
        <p:txBody>
          <a:bodyPr/>
          <a:lstStyle>
            <a:lvl1pPr>
              <a:defRPr sz="2800"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+mn-lt"/>
                <a:ea typeface="+mn-ea"/>
                <a:cs typeface="+mn-cs"/>
                <a:sym typeface="Helvetica Neue"/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Back to slide one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 txBox="1"/>
          <p:nvPr>
            <p:ph type="subTitle" sz="quarter" idx="1"/>
          </p:nvPr>
        </p:nvSpPr>
        <p:spPr>
          <a:xfrm>
            <a:off x="762000" y="1524000"/>
            <a:ext cx="8890000" cy="1524000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Final slide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