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Treść - poziom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Treść - poziom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Treść - poziom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Numer slajdu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Treść - poziom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reść - poziom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Treść - poziom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Treść - poziom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Treść - poziom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Numer slajdu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Treść - poziom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reść - poziom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reść - poziom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Treść - poziom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with salmon cakes, salad and houmo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Treść - poziom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Numer slajdu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Image Test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Image Test</a:t>
            </a:r>
          </a:p>
        </p:txBody>
      </p:sp>
      <p:sp>
        <p:nvSpPr>
          <p:cNvPr id="173" name="Presentation Subtitle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74" name="red.png" descr="red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652000" y="4953000"/>
            <a:ext cx="5080000" cy="3810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