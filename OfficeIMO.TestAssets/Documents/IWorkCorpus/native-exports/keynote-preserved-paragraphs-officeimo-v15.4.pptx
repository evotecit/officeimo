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eg" ContentType="image/jpeg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edc86b282584330" /><Relationship Type="http://schemas.openxmlformats.org/officeDocument/2006/relationships/extended-properties" Target="/docProps/app.xml" Id="Rcb7d9a66a13346e0" /><Relationship Type="http://schemas.openxmlformats.org/package/2006/relationships/metadata/core-properties" Target="/docProps/core.xml" Id="R0dfaadb9bac2455a" /><Relationship Type="http://schemas.openxmlformats.org/package/2006/relationships/metadata/thumbnail" Target="/docProps/thumbnail.jpeg" Id="Rc45f2c4207484603" /></Relationships>
</file>

<file path=ppt/presentation.xml><?xml version="1.0" encoding="utf-8"?>
<p:presentation xmlns:p="http://schemas.openxmlformats.org/presentationml/2006/main" saveSubsetFonts="1">
  <p:sldMasterIdLst>
    <p:sldMasterId xmlns:r="http://schemas.openxmlformats.org/officeDocument/2006/relationships" id="2147483648" r:id="rId1"/>
  </p:sldMasterIdLst>
  <p:notesMasterIdLst>
    <p:notesMasterId xmlns:r="http://schemas.openxmlformats.org/officeDocument/2006/relationships" r:id="R35ebb7a79daa4d20"/>
  </p:notesMasterIdLst>
  <p:sldIdLst>
    <p:sldId xmlns:r="http://schemas.openxmlformats.org/officeDocument/2006/relationships" id="256" r:id="rId2"/>
    <p:sldId xmlns:r="http://schemas.openxmlformats.org/officeDocument/2006/relationships" id="257" r:id="rId3"/>
    <p:sldId xmlns:r="http://schemas.openxmlformats.org/officeDocument/2006/relationships" id="258" r:id="rId4"/>
  </p:sldIdLst>
  <p:sldSz cx="12192000" cy="6858000" type="custom"/>
  <p:notesSz cx="6858000" cy="9144000"/>
  <p:defaultTextStyle/>
</p:presentation>
</file>

<file path=ppt/presProps.xml><?xml version="1.0" encoding="utf-8"?>
<p:presentationPr xmlns:p="http://schemas.openxmlformats.org/presentationml/2006/main">
  <p:showPr showNarration="0" showAnimation="1" useTimings="1"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xmlns:a="http://schemas.openxmlformats.org/drawingml/2006/main" n="142" d="100"/>
          <a:sy xmlns:a="http://schemas.openxmlformats.org/drawingml/2006/main" n="142" d="100"/>
        </p:scale>
        <p:origin x="0" y="0"/>
      </p:cViewPr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f6d0fb3d2789462b" /><Relationship Type="http://schemas.openxmlformats.org/officeDocument/2006/relationships/presProps" Target="/ppt/presProps.xml" Id="R1f91b5d086934fa0" /><Relationship Type="http://schemas.openxmlformats.org/officeDocument/2006/relationships/viewProps" Target="/ppt/viewProps.xml" Id="Rc7a04c846f3646e3" /><Relationship Type="http://schemas.openxmlformats.org/officeDocument/2006/relationships/tableStyles" Target="/ppt/tableStyles.xml" Id="R7f50df3624b04939" /><Relationship Type="http://schemas.openxmlformats.org/officeDocument/2006/relationships/notesMaster" Target="/ppt/notesMasters/notesMaster1.xml" Id="R35ebb7a79daa4d20" /><Relationship Type="http://schemas.openxmlformats.org/officeDocument/2006/relationships/slide" Target="/ppt/slides/slide2.xml" Id="rId2" /><Relationship Type="http://schemas.openxmlformats.org/officeDocument/2006/relationships/slide" Target="/ppt/slides/slide3.xml" Id="rId3" /><Relationship Type="http://schemas.openxmlformats.org/officeDocument/2006/relationships/slide" Target="/ppt/slides/slide4.xml" Id="rI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af2bdbf7f724cdf" /></Relationships>
</file>

<file path=ppt/notesMasters/notesMaster1.xml><?xml version="1.0" encoding="utf-8"?>
<p:notesMaster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Notes Group Shape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lide Image Placeholder"/>
          <p:cNvSpPr/>
          <p:nvPr>
            <p:ph type="sldImg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"/>
          <p:cNvSpPr/>
          <p:nvPr>
            <p:ph type="dt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Slide Number Placeholder"/>
          <p:cNvSpPr/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6" name="Footer Placeholder"/>
          <p:cNvSpPr/>
          <p:nvPr>
            <p:ph type="ftr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>
      <a:defRPr lang="en-US"/>
    </a:lvl1pPr>
    <a:lvl2pPr xmlns:a="http://schemas.openxmlformats.org/drawingml/2006/main">
      <a:defRPr lang="en-US"/>
    </a:lvl2pPr>
    <a:lvl3pPr xmlns:a="http://schemas.openxmlformats.org/drawingml/2006/main">
      <a:defRPr lang="en-US"/>
    </a:lvl3pPr>
    <a:lvl4pPr xmlns:a="http://schemas.openxmlformats.org/drawingml/2006/main">
      <a:defRPr lang="en-US"/>
    </a:lvl4pPr>
    <a:lvl5pPr xmlns:a="http://schemas.openxmlformats.org/drawingml/2006/main">
      <a:defRPr lang="en-US"/>
    </a:lvl5pPr>
    <a:lvl6pPr xmlns:a="http://schemas.openxmlformats.org/drawingml/2006/main">
      <a:defRPr lang="en-US"/>
    </a:lvl6pPr>
    <a:lvl7pPr xmlns:a="http://schemas.openxmlformats.org/drawingml/2006/main">
      <a:defRPr lang="en-US"/>
    </a:lvl7pPr>
    <a:lvl8pPr xmlns:a="http://schemas.openxmlformats.org/drawingml/2006/main">
      <a:defRPr lang="en-US"/>
    </a:lvl8pPr>
    <a:lvl9pPr xmlns:a="http://schemas.openxmlformats.org/drawingml/2006/main">
      <a:defRPr lang="en-US"/>
    </a:lvl9pPr>
  </p:notesStyle>
</p:notesMaster>
</file>

<file path=ppt/notesMasters/theme/theme2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1a77ae29e943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ec510b80684d2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dee9a1ef9448a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bbde2c4a8942a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d54c295493455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376db2a19d4cf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23f17df5c84ee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390e7da34e422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855c3ad62f4dd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33230efc37464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1e7e614a8644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 Placeholder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ection Header Title 1"/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ection Header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wo Content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Obj">
  <p:cSld name="Comparis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mparison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65125"/>
            <a:ext cx="804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Left 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Right Tex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icture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Picture Placeholder 3"/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838200" y="760000"/>
            <a:ext cx="7772400" cy="10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aption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912625"/>
            <a:ext cx="77724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vertTitleAndTx">
  <p:cSld name="Title and Vertical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18288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Vertical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743200" y="365125"/>
            <a:ext cx="5486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>
  <p:cSld name="Vertical Title and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27432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5125" y="365125"/>
            <a:ext cx="914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twoObj">
  <p:cSld name="Two Content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Caption Placeholder 4"/>
          <p:cNvSpPr>
            <a:spLocks xmlns:a="http://schemas.openxmlformats.org/drawingml/2006/main" noGrp="1"/>
          </p:cNvSpPr>
          <p:nvPr>
            <p:ph type="obj" idx="3"/>
          </p:nvPr>
        </p:nvSpPr>
        <p:spPr>
          <a:xfrm xmlns:a="http://schemas.openxmlformats.org/drawingml/2006/main">
            <a:off x="685800" y="6200000"/>
            <a:ext cx="7090000" cy="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7.xml" Id="rId7" /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9.xml" Id="rId9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11.xml" Id="rId11" /><Relationship Type="http://schemas.openxmlformats.org/officeDocument/2006/relationships/theme" Target="/ppt/theme/theme1.xml" Id="rId1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  <p:sldLayoutId xmlns:r="http://schemas.openxmlformats.org/officeDocument/2006/relationships" id="2147483654" r:id="rId6"/>
    <p:sldLayoutId xmlns:r="http://schemas.openxmlformats.org/officeDocument/2006/relationships" id="2147483655" r:id="rId7"/>
    <p:sldLayoutId xmlns:r="http://schemas.openxmlformats.org/officeDocument/2006/relationships" id="2147483656" r:id="rId8"/>
    <p:sldLayoutId xmlns:r="http://schemas.openxmlformats.org/officeDocument/2006/relationships" id="2147483657" r:id="rId9"/>
    <p:sldLayoutId xmlns:r="http://schemas.openxmlformats.org/officeDocument/2006/relationships" id="2147483658" r:id="rId10"/>
    <p:sldLayoutId xmlns:r="http://schemas.openxmlformats.org/officeDocument/2006/relationships" id="2147483659" r:id="rId11"/>
  </p:sldLayoutIdLst>
  <p:txStyles>
    <p:titleStyle/>
    <p:bodyStyle/>
    <p:otherStyle/>
  </p:txStyles>
</p:sldMaster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1.png" Id="Rd5795fb037ea41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12.png" Id="R2c27dfde8a3340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12.jpeg" Id="Rfd237455ac0d46c8" /></Relationships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 rot="0">
            <a:off x="762000" y="381000"/>
            <a:ext cx="10668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u="none" strike="noStrike" spc="0">
                <a:solidFill>
                  <a:srgbClr val="003366"/>
                </a:solidFill>
                <a:latin typeface="Helvetica Neue"/>
              </a:rPr>
              <a:t>Edited PNG — image behind text</a:t>
            </a:r>
          </a:p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 strike="noStrike" spc="0">
                <a:solidFill>
                  <a:srgbClr val="000000"/>
                </a:solidFill>
                <a:latin typeface="Helvetica"/>
              </a:rPr>
              <a:t/>
            </a:r>
          </a:p>
        </p:txBody>
      </p:sp>
      <p:sp>
        <p:nvSpPr>
          <p:cNvPr id="3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 rot="0">
            <a:off x="1270000" y="2540000"/>
            <a:ext cx="6350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 u="none" strike="noStrike" spc="0">
                <a:solidFill>
                  <a:srgbClr val="000000"/>
                </a:solidFill>
                <a:latin typeface="Arial"/>
              </a:rPr>
              <a:t>Covered source label</a:t>
            </a:r>
          </a:p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 strike="noStrike" spc="0">
                <a:solidFill>
                  <a:srgbClr val="000000"/>
                </a:solidFill>
                <a:latin typeface="Helvetica"/>
              </a:rPr>
              <a:t/>
            </a:r>
          </a:p>
        </p:txBody>
      </p:sp>
      <p:pic>
        <p:nvPicPr>
          <p:cNvPr id="4" name="Picture 1" descr="Opaque four-color PNG 😀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95fb037ea4101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762000" y="1397000"/>
            <a:ext cx="6096000" cy="4064000"/>
          </a:xfrm>
          <a:prstGeom xmlns:a="http://schemas.openxmlformats.org/drawingml/2006/main" prst="rect">
            <a:avLst/>
          </a:prstGeom>
        </p:spPr>
      </p:pic>
      <p:sp>
        <p:nvSpPr>
          <p:cNvPr id="5" name="TextBox 3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 rot="0">
            <a:off x="1270000" y="2794000"/>
            <a:ext cx="5080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u="none" strike="noStrike" spc="0">
                <a:solidFill>
                  <a:srgbClr val="FFFFFF"/>
                </a:solidFill>
                <a:latin typeface="Arial"/>
              </a:rPr>
              <a:t>TEXT IN FRONT</a:t>
            </a:r>
          </a:p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 strike="noStrike" spc="0">
                <a:solidFill>
                  <a:srgbClr val="000000"/>
                </a:solidFill>
                <a:latin typeface="Helvetica"/>
              </a:rPr>
              <a:t/>
            </a: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33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 rot="0">
            <a:off x="762000" y="381000"/>
            <a:ext cx="10668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u="none" strike="noStrike" spc="0">
                <a:solidFill>
                  <a:srgbClr val="FFFFFF"/>
                </a:solidFill>
                <a:latin typeface="Helvetica Neue"/>
              </a:rPr>
              <a:t>Edited alpha PNG</a:t>
            </a:r>
          </a:p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 strike="noStrike" spc="0">
                <a:solidFill>
                  <a:srgbClr val="000000"/>
                </a:solidFill>
                <a:latin typeface="Helvetica"/>
              </a:rPr>
              <a:t/>
            </a:r>
          </a:p>
        </p:txBody>
      </p:sp>
      <p:pic>
        <p:nvPicPr>
          <p:cNvPr id="3" name="Picture 1" descr="Transparent, half-alpha, opaque purpl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7dfde8a334008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762000" y="1524000"/>
            <a:ext cx="6096000" cy="4064000"/>
          </a:xfrm>
          <a:prstGeom xmlns:a="http://schemas.openxmlformats.org/drawingml/2006/main" prst="rect">
            <a:avLst/>
          </a:prstGeom>
        </p:spPr>
      </p:pic>
      <p:sp>
        <p:nvSpPr>
          <p:cNvPr id="4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 rot="0">
            <a:off x="762000" y="5715000"/>
            <a:ext cx="10668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 u="none" strike="noStrike" spc="0">
                <a:solidFill>
                  <a:srgbClr val="FFFFFF"/>
                </a:solidFill>
                <a:latin typeface="Arial"/>
              </a:rPr>
              <a:t>0% / 50% / </a:t>
            </a:r>
            <a:r>
              <a:rPr sz="2800" b="1" i="0" u="none" strike="noStrike" spc="0">
                <a:solidFill>
                  <a:srgbClr val="FFD700"/>
                </a:solidFill>
                <a:latin typeface="Arial"/>
              </a:rPr>
              <a:t>100% alpha</a:t>
            </a:r>
          </a:p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 strike="noStrike" spc="0">
                <a:solidFill>
                  <a:srgbClr val="000000"/>
                </a:solidFill>
                <a:latin typeface="Helvetica"/>
              </a:rPr>
              <a:t/>
            </a:r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 rot="0">
            <a:off x="762000" y="381000"/>
            <a:ext cx="10668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u="none" strike="noStrike" spc="0">
                <a:solidFill>
                  <a:srgbClr val="003366"/>
                </a:solidFill>
                <a:latin typeface="Helvetica Neue"/>
              </a:rPr>
              <a:t>Edited JPEG</a:t>
            </a:r>
          </a:p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 strike="noStrike" spc="0">
                <a:solidFill>
                  <a:srgbClr val="000000"/>
                </a:solidFill>
                <a:latin typeface="Helvetica"/>
              </a:rPr>
              <a:t/>
            </a:r>
          </a:p>
        </p:txBody>
      </p:sp>
      <p:pic>
        <p:nvPicPr>
          <p:cNvPr id="3" name="Picture 1" descr="Four-color JPEG, intentionally stretched fram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37455ac0d46c8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1016000" y="1524000"/>
            <a:ext cx="7620000" cy="3048000"/>
          </a:xfrm>
          <a:prstGeom xmlns:a="http://schemas.openxmlformats.org/drawingml/2006/main" prst="rect">
            <a:avLst/>
          </a:prstGeom>
        </p:spPr>
      </p:pic>
      <p:sp>
        <p:nvSpPr>
          <p:cNvPr id="4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 rot="0">
            <a:off x="762000" y="5080000"/>
            <a:ext cx="10668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 u="none" strike="noStrike" spc="0">
                <a:solidFill>
                  <a:srgbClr val="000000"/>
                </a:solidFill>
                <a:latin typeface="Times New Roman"/>
              </a:rPr>
              <a:t>JPEG / stretched frame</a:t>
            </a:r>
          </a:p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 strike="noStrike" spc="0">
                <a:solidFill>
                  <a:srgbClr val="000000"/>
                </a:solidFill>
                <a:latin typeface="Helvetica"/>
              </a:rPr>
              <a:t/>
            </a:r>
          </a:p>
        </p:txBody>
      </p:sp>
    </p:spTree>
  </p:cSld>
  <p:clrMapOvr>
    <a:masterClrMapping xmlns:a="http://schemas.openxmlformats.org/drawingml/2006/main"/>
  </p:clrMapOvr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ap="http://schemas.openxmlformats.org/officeDocument/2006/extended-properties">
  <ap:TotalTime>0</ap:TotalTime>
  <ap:HiddenSlides>0</ap:HiddenSlides>
  <ap:Notes>0</ap:Notes>
  <ap:Slides>3</ap:Slides>
  <ap:PresentationFormat>Custom</ap:PresentationFormat>
  <ap:Application>Microsoft Office PowerPoint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OfficeIMO</dc:creator>
  <lastModifiedBy>OfficeIMO</lastModifiedBy>
  <dcterms:created xsi:type="dcterms:W3CDTF">2026-10-11T00:34:57.0000000Z</dcterms:created>
  <dcterms:modified xsi:type="dcterms:W3CDTF">2026-10-11T00:34:57.2533060Z</dcterms:modified>
</coreProperties>
</file>