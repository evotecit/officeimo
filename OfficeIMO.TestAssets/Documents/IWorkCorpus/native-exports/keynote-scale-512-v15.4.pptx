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slides/slide248.xml" ContentType="application/vnd.openxmlformats-officedocument.presentationml.slide+xml"/>
  <Override PartName="/ppt/slides/slide249.xml" ContentType="application/vnd.openxmlformats-officedocument.presentationml.slide+xml"/>
  <Override PartName="/ppt/slides/slide250.xml" ContentType="application/vnd.openxmlformats-officedocument.presentationml.slide+xml"/>
  <Override PartName="/ppt/slides/slide251.xml" ContentType="application/vnd.openxmlformats-officedocument.presentationml.slide+xml"/>
  <Override PartName="/ppt/slides/slide252.xml" ContentType="application/vnd.openxmlformats-officedocument.presentationml.slide+xml"/>
  <Override PartName="/ppt/slides/slide253.xml" ContentType="application/vnd.openxmlformats-officedocument.presentationml.slide+xml"/>
  <Override PartName="/ppt/slides/slide254.xml" ContentType="application/vnd.openxmlformats-officedocument.presentationml.slide+xml"/>
  <Override PartName="/ppt/slides/slide255.xml" ContentType="application/vnd.openxmlformats-officedocument.presentationml.slide+xml"/>
  <Override PartName="/ppt/slides/slide256.xml" ContentType="application/vnd.openxmlformats-officedocument.presentationml.slide+xml"/>
  <Override PartName="/ppt/slides/slide257.xml" ContentType="application/vnd.openxmlformats-officedocument.presentationml.slide+xml"/>
  <Override PartName="/ppt/slides/slide258.xml" ContentType="application/vnd.openxmlformats-officedocument.presentationml.slide+xml"/>
  <Override PartName="/ppt/slides/slide259.xml" ContentType="application/vnd.openxmlformats-officedocument.presentationml.slide+xml"/>
  <Override PartName="/ppt/slides/slide260.xml" ContentType="application/vnd.openxmlformats-officedocument.presentationml.slide+xml"/>
  <Override PartName="/ppt/slides/slide261.xml" ContentType="application/vnd.openxmlformats-officedocument.presentationml.slide+xml"/>
  <Override PartName="/ppt/slides/slide262.xml" ContentType="application/vnd.openxmlformats-officedocument.presentationml.slide+xml"/>
  <Override PartName="/ppt/slides/slide263.xml" ContentType="application/vnd.openxmlformats-officedocument.presentationml.slide+xml"/>
  <Override PartName="/ppt/slides/slide264.xml" ContentType="application/vnd.openxmlformats-officedocument.presentationml.slide+xml"/>
  <Override PartName="/ppt/slides/slide265.xml" ContentType="application/vnd.openxmlformats-officedocument.presentationml.slide+xml"/>
  <Override PartName="/ppt/slides/slide266.xml" ContentType="application/vnd.openxmlformats-officedocument.presentationml.slide+xml"/>
  <Override PartName="/ppt/slides/slide267.xml" ContentType="application/vnd.openxmlformats-officedocument.presentationml.slide+xml"/>
  <Override PartName="/ppt/slides/slide268.xml" ContentType="application/vnd.openxmlformats-officedocument.presentationml.slide+xml"/>
  <Override PartName="/ppt/slides/slide269.xml" ContentType="application/vnd.openxmlformats-officedocument.presentationml.slide+xml"/>
  <Override PartName="/ppt/slides/slide270.xml" ContentType="application/vnd.openxmlformats-officedocument.presentationml.slide+xml"/>
  <Override PartName="/ppt/slides/slide271.xml" ContentType="application/vnd.openxmlformats-officedocument.presentationml.slide+xml"/>
  <Override PartName="/ppt/slides/slide272.xml" ContentType="application/vnd.openxmlformats-officedocument.presentationml.slide+xml"/>
  <Override PartName="/ppt/slides/slide273.xml" ContentType="application/vnd.openxmlformats-officedocument.presentationml.slide+xml"/>
  <Override PartName="/ppt/slides/slide274.xml" ContentType="application/vnd.openxmlformats-officedocument.presentationml.slide+xml"/>
  <Override PartName="/ppt/slides/slide275.xml" ContentType="application/vnd.openxmlformats-officedocument.presentationml.slide+xml"/>
  <Override PartName="/ppt/slides/slide276.xml" ContentType="application/vnd.openxmlformats-officedocument.presentationml.slide+xml"/>
  <Override PartName="/ppt/slides/slide277.xml" ContentType="application/vnd.openxmlformats-officedocument.presentationml.slide+xml"/>
  <Override PartName="/ppt/slides/slide278.xml" ContentType="application/vnd.openxmlformats-officedocument.presentationml.slide+xml"/>
  <Override PartName="/ppt/slides/slide279.xml" ContentType="application/vnd.openxmlformats-officedocument.presentationml.slide+xml"/>
  <Override PartName="/ppt/slides/slide280.xml" ContentType="application/vnd.openxmlformats-officedocument.presentationml.slide+xml"/>
  <Override PartName="/ppt/slides/slide281.xml" ContentType="application/vnd.openxmlformats-officedocument.presentationml.slide+xml"/>
  <Override PartName="/ppt/slides/slide282.xml" ContentType="application/vnd.openxmlformats-officedocument.presentationml.slide+xml"/>
  <Override PartName="/ppt/slides/slide283.xml" ContentType="application/vnd.openxmlformats-officedocument.presentationml.slide+xml"/>
  <Override PartName="/ppt/slides/slide284.xml" ContentType="application/vnd.openxmlformats-officedocument.presentationml.slide+xml"/>
  <Override PartName="/ppt/slides/slide285.xml" ContentType="application/vnd.openxmlformats-officedocument.presentationml.slide+xml"/>
  <Override PartName="/ppt/slides/slide286.xml" ContentType="application/vnd.openxmlformats-officedocument.presentationml.slide+xml"/>
  <Override PartName="/ppt/slides/slide287.xml" ContentType="application/vnd.openxmlformats-officedocument.presentationml.slide+xml"/>
  <Override PartName="/ppt/slides/slide288.xml" ContentType="application/vnd.openxmlformats-officedocument.presentationml.slide+xml"/>
  <Override PartName="/ppt/slides/slide289.xml" ContentType="application/vnd.openxmlformats-officedocument.presentationml.slide+xml"/>
  <Override PartName="/ppt/slides/slide290.xml" ContentType="application/vnd.openxmlformats-officedocument.presentationml.slide+xml"/>
  <Override PartName="/ppt/slides/slide291.xml" ContentType="application/vnd.openxmlformats-officedocument.presentationml.slide+xml"/>
  <Override PartName="/ppt/slides/slide292.xml" ContentType="application/vnd.openxmlformats-officedocument.presentationml.slide+xml"/>
  <Override PartName="/ppt/slides/slide293.xml" ContentType="application/vnd.openxmlformats-officedocument.presentationml.slide+xml"/>
  <Override PartName="/ppt/slides/slide294.xml" ContentType="application/vnd.openxmlformats-officedocument.presentationml.slide+xml"/>
  <Override PartName="/ppt/slides/slide295.xml" ContentType="application/vnd.openxmlformats-officedocument.presentationml.slide+xml"/>
  <Override PartName="/ppt/slides/slide296.xml" ContentType="application/vnd.openxmlformats-officedocument.presentationml.slide+xml"/>
  <Override PartName="/ppt/slides/slide297.xml" ContentType="application/vnd.openxmlformats-officedocument.presentationml.slide+xml"/>
  <Override PartName="/ppt/slides/slide298.xml" ContentType="application/vnd.openxmlformats-officedocument.presentationml.slide+xml"/>
  <Override PartName="/ppt/slides/slide299.xml" ContentType="application/vnd.openxmlformats-officedocument.presentationml.slide+xml"/>
  <Override PartName="/ppt/slides/slide300.xml" ContentType="application/vnd.openxmlformats-officedocument.presentationml.slide+xml"/>
  <Override PartName="/ppt/slides/slide301.xml" ContentType="application/vnd.openxmlformats-officedocument.presentationml.slide+xml"/>
  <Override PartName="/ppt/slides/slide302.xml" ContentType="application/vnd.openxmlformats-officedocument.presentationml.slide+xml"/>
  <Override PartName="/ppt/slides/slide303.xml" ContentType="application/vnd.openxmlformats-officedocument.presentationml.slide+xml"/>
  <Override PartName="/ppt/slides/slide304.xml" ContentType="application/vnd.openxmlformats-officedocument.presentationml.slide+xml"/>
  <Override PartName="/ppt/slides/slide305.xml" ContentType="application/vnd.openxmlformats-officedocument.presentationml.slide+xml"/>
  <Override PartName="/ppt/slides/slide306.xml" ContentType="application/vnd.openxmlformats-officedocument.presentationml.slide+xml"/>
  <Override PartName="/ppt/slides/slide307.xml" ContentType="application/vnd.openxmlformats-officedocument.presentationml.slide+xml"/>
  <Override PartName="/ppt/slides/slide308.xml" ContentType="application/vnd.openxmlformats-officedocument.presentationml.slide+xml"/>
  <Override PartName="/ppt/slides/slide309.xml" ContentType="application/vnd.openxmlformats-officedocument.presentationml.slide+xml"/>
  <Override PartName="/ppt/slides/slide310.xml" ContentType="application/vnd.openxmlformats-officedocument.presentationml.slide+xml"/>
  <Override PartName="/ppt/slides/slide311.xml" ContentType="application/vnd.openxmlformats-officedocument.presentationml.slide+xml"/>
  <Override PartName="/ppt/slides/slide312.xml" ContentType="application/vnd.openxmlformats-officedocument.presentationml.slide+xml"/>
  <Override PartName="/ppt/slides/slide313.xml" ContentType="application/vnd.openxmlformats-officedocument.presentationml.slide+xml"/>
  <Override PartName="/ppt/slides/slide314.xml" ContentType="application/vnd.openxmlformats-officedocument.presentationml.slide+xml"/>
  <Override PartName="/ppt/slides/slide315.xml" ContentType="application/vnd.openxmlformats-officedocument.presentationml.slide+xml"/>
  <Override PartName="/ppt/slides/slide316.xml" ContentType="application/vnd.openxmlformats-officedocument.presentationml.slide+xml"/>
  <Override PartName="/ppt/slides/slide317.xml" ContentType="application/vnd.openxmlformats-officedocument.presentationml.slide+xml"/>
  <Override PartName="/ppt/slides/slide318.xml" ContentType="application/vnd.openxmlformats-officedocument.presentationml.slide+xml"/>
  <Override PartName="/ppt/slides/slide319.xml" ContentType="application/vnd.openxmlformats-officedocument.presentationml.slide+xml"/>
  <Override PartName="/ppt/slides/slide320.xml" ContentType="application/vnd.openxmlformats-officedocument.presentationml.slide+xml"/>
  <Override PartName="/ppt/slides/slide321.xml" ContentType="application/vnd.openxmlformats-officedocument.presentationml.slide+xml"/>
  <Override PartName="/ppt/slides/slide322.xml" ContentType="application/vnd.openxmlformats-officedocument.presentationml.slide+xml"/>
  <Override PartName="/ppt/slides/slide323.xml" ContentType="application/vnd.openxmlformats-officedocument.presentationml.slide+xml"/>
  <Override PartName="/ppt/slides/slide324.xml" ContentType="application/vnd.openxmlformats-officedocument.presentationml.slide+xml"/>
  <Override PartName="/ppt/slides/slide325.xml" ContentType="application/vnd.openxmlformats-officedocument.presentationml.slide+xml"/>
  <Override PartName="/ppt/slides/slide326.xml" ContentType="application/vnd.openxmlformats-officedocument.presentationml.slide+xml"/>
  <Override PartName="/ppt/slides/slide327.xml" ContentType="application/vnd.openxmlformats-officedocument.presentationml.slide+xml"/>
  <Override PartName="/ppt/slides/slide328.xml" ContentType="application/vnd.openxmlformats-officedocument.presentationml.slide+xml"/>
  <Override PartName="/ppt/slides/slide329.xml" ContentType="application/vnd.openxmlformats-officedocument.presentationml.slide+xml"/>
  <Override PartName="/ppt/slides/slide330.xml" ContentType="application/vnd.openxmlformats-officedocument.presentationml.slide+xml"/>
  <Override PartName="/ppt/slides/slide331.xml" ContentType="application/vnd.openxmlformats-officedocument.presentationml.slide+xml"/>
  <Override PartName="/ppt/slides/slide332.xml" ContentType="application/vnd.openxmlformats-officedocument.presentationml.slide+xml"/>
  <Override PartName="/ppt/slides/slide333.xml" ContentType="application/vnd.openxmlformats-officedocument.presentationml.slide+xml"/>
  <Override PartName="/ppt/slides/slide334.xml" ContentType="application/vnd.openxmlformats-officedocument.presentationml.slide+xml"/>
  <Override PartName="/ppt/slides/slide335.xml" ContentType="application/vnd.openxmlformats-officedocument.presentationml.slide+xml"/>
  <Override PartName="/ppt/slides/slide336.xml" ContentType="application/vnd.openxmlformats-officedocument.presentationml.slide+xml"/>
  <Override PartName="/ppt/slides/slide337.xml" ContentType="application/vnd.openxmlformats-officedocument.presentationml.slide+xml"/>
  <Override PartName="/ppt/slides/slide338.xml" ContentType="application/vnd.openxmlformats-officedocument.presentationml.slide+xml"/>
  <Override PartName="/ppt/slides/slide339.xml" ContentType="application/vnd.openxmlformats-officedocument.presentationml.slide+xml"/>
  <Override PartName="/ppt/slides/slide340.xml" ContentType="application/vnd.openxmlformats-officedocument.presentationml.slide+xml"/>
  <Override PartName="/ppt/slides/slide341.xml" ContentType="application/vnd.openxmlformats-officedocument.presentationml.slide+xml"/>
  <Override PartName="/ppt/slides/slide342.xml" ContentType="application/vnd.openxmlformats-officedocument.presentationml.slide+xml"/>
  <Override PartName="/ppt/slides/slide343.xml" ContentType="application/vnd.openxmlformats-officedocument.presentationml.slide+xml"/>
  <Override PartName="/ppt/slides/slide344.xml" ContentType="application/vnd.openxmlformats-officedocument.presentationml.slide+xml"/>
  <Override PartName="/ppt/slides/slide345.xml" ContentType="application/vnd.openxmlformats-officedocument.presentationml.slide+xml"/>
  <Override PartName="/ppt/slides/slide346.xml" ContentType="application/vnd.openxmlformats-officedocument.presentationml.slide+xml"/>
  <Override PartName="/ppt/slides/slide347.xml" ContentType="application/vnd.openxmlformats-officedocument.presentationml.slide+xml"/>
  <Override PartName="/ppt/slides/slide348.xml" ContentType="application/vnd.openxmlformats-officedocument.presentationml.slide+xml"/>
  <Override PartName="/ppt/slides/slide349.xml" ContentType="application/vnd.openxmlformats-officedocument.presentationml.slide+xml"/>
  <Override PartName="/ppt/slides/slide350.xml" ContentType="application/vnd.openxmlformats-officedocument.presentationml.slide+xml"/>
  <Override PartName="/ppt/slides/slide351.xml" ContentType="application/vnd.openxmlformats-officedocument.presentationml.slide+xml"/>
  <Override PartName="/ppt/slides/slide352.xml" ContentType="application/vnd.openxmlformats-officedocument.presentationml.slide+xml"/>
  <Override PartName="/ppt/slides/slide353.xml" ContentType="application/vnd.openxmlformats-officedocument.presentationml.slide+xml"/>
  <Override PartName="/ppt/slides/slide354.xml" ContentType="application/vnd.openxmlformats-officedocument.presentationml.slide+xml"/>
  <Override PartName="/ppt/slides/slide355.xml" ContentType="application/vnd.openxmlformats-officedocument.presentationml.slide+xml"/>
  <Override PartName="/ppt/slides/slide356.xml" ContentType="application/vnd.openxmlformats-officedocument.presentationml.slide+xml"/>
  <Override PartName="/ppt/slides/slide357.xml" ContentType="application/vnd.openxmlformats-officedocument.presentationml.slide+xml"/>
  <Override PartName="/ppt/slides/slide358.xml" ContentType="application/vnd.openxmlformats-officedocument.presentationml.slide+xml"/>
  <Override PartName="/ppt/slides/slide359.xml" ContentType="application/vnd.openxmlformats-officedocument.presentationml.slide+xml"/>
  <Override PartName="/ppt/slides/slide360.xml" ContentType="application/vnd.openxmlformats-officedocument.presentationml.slide+xml"/>
  <Override PartName="/ppt/slides/slide361.xml" ContentType="application/vnd.openxmlformats-officedocument.presentationml.slide+xml"/>
  <Override PartName="/ppt/slides/slide362.xml" ContentType="application/vnd.openxmlformats-officedocument.presentationml.slide+xml"/>
  <Override PartName="/ppt/slides/slide363.xml" ContentType="application/vnd.openxmlformats-officedocument.presentationml.slide+xml"/>
  <Override PartName="/ppt/slides/slide364.xml" ContentType="application/vnd.openxmlformats-officedocument.presentationml.slide+xml"/>
  <Override PartName="/ppt/slides/slide365.xml" ContentType="application/vnd.openxmlformats-officedocument.presentationml.slide+xml"/>
  <Override PartName="/ppt/slides/slide366.xml" ContentType="application/vnd.openxmlformats-officedocument.presentationml.slide+xml"/>
  <Override PartName="/ppt/slides/slide367.xml" ContentType="application/vnd.openxmlformats-officedocument.presentationml.slide+xml"/>
  <Override PartName="/ppt/slides/slide368.xml" ContentType="application/vnd.openxmlformats-officedocument.presentationml.slide+xml"/>
  <Override PartName="/ppt/slides/slide369.xml" ContentType="application/vnd.openxmlformats-officedocument.presentationml.slide+xml"/>
  <Override PartName="/ppt/slides/slide370.xml" ContentType="application/vnd.openxmlformats-officedocument.presentationml.slide+xml"/>
  <Override PartName="/ppt/slides/slide371.xml" ContentType="application/vnd.openxmlformats-officedocument.presentationml.slide+xml"/>
  <Override PartName="/ppt/slides/slide372.xml" ContentType="application/vnd.openxmlformats-officedocument.presentationml.slide+xml"/>
  <Override PartName="/ppt/slides/slide373.xml" ContentType="application/vnd.openxmlformats-officedocument.presentationml.slide+xml"/>
  <Override PartName="/ppt/slides/slide374.xml" ContentType="application/vnd.openxmlformats-officedocument.presentationml.slide+xml"/>
  <Override PartName="/ppt/slides/slide375.xml" ContentType="application/vnd.openxmlformats-officedocument.presentationml.slide+xml"/>
  <Override PartName="/ppt/slides/slide376.xml" ContentType="application/vnd.openxmlformats-officedocument.presentationml.slide+xml"/>
  <Override PartName="/ppt/slides/slide377.xml" ContentType="application/vnd.openxmlformats-officedocument.presentationml.slide+xml"/>
  <Override PartName="/ppt/slides/slide378.xml" ContentType="application/vnd.openxmlformats-officedocument.presentationml.slide+xml"/>
  <Override PartName="/ppt/slides/slide379.xml" ContentType="application/vnd.openxmlformats-officedocument.presentationml.slide+xml"/>
  <Override PartName="/ppt/slides/slide380.xml" ContentType="application/vnd.openxmlformats-officedocument.presentationml.slide+xml"/>
  <Override PartName="/ppt/slides/slide381.xml" ContentType="application/vnd.openxmlformats-officedocument.presentationml.slide+xml"/>
  <Override PartName="/ppt/slides/slide382.xml" ContentType="application/vnd.openxmlformats-officedocument.presentationml.slide+xml"/>
  <Override PartName="/ppt/slides/slide383.xml" ContentType="application/vnd.openxmlformats-officedocument.presentationml.slide+xml"/>
  <Override PartName="/ppt/slides/slide384.xml" ContentType="application/vnd.openxmlformats-officedocument.presentationml.slide+xml"/>
  <Override PartName="/ppt/slides/slide385.xml" ContentType="application/vnd.openxmlformats-officedocument.presentationml.slide+xml"/>
  <Override PartName="/ppt/slides/slide386.xml" ContentType="application/vnd.openxmlformats-officedocument.presentationml.slide+xml"/>
  <Override PartName="/ppt/slides/slide387.xml" ContentType="application/vnd.openxmlformats-officedocument.presentationml.slide+xml"/>
  <Override PartName="/ppt/slides/slide388.xml" ContentType="application/vnd.openxmlformats-officedocument.presentationml.slide+xml"/>
  <Override PartName="/ppt/slides/slide389.xml" ContentType="application/vnd.openxmlformats-officedocument.presentationml.slide+xml"/>
  <Override PartName="/ppt/slides/slide390.xml" ContentType="application/vnd.openxmlformats-officedocument.presentationml.slide+xml"/>
  <Override PartName="/ppt/slides/slide391.xml" ContentType="application/vnd.openxmlformats-officedocument.presentationml.slide+xml"/>
  <Override PartName="/ppt/slides/slide392.xml" ContentType="application/vnd.openxmlformats-officedocument.presentationml.slide+xml"/>
  <Override PartName="/ppt/slides/slide393.xml" ContentType="application/vnd.openxmlformats-officedocument.presentationml.slide+xml"/>
  <Override PartName="/ppt/slides/slide394.xml" ContentType="application/vnd.openxmlformats-officedocument.presentationml.slide+xml"/>
  <Override PartName="/ppt/slides/slide395.xml" ContentType="application/vnd.openxmlformats-officedocument.presentationml.slide+xml"/>
  <Override PartName="/ppt/slides/slide396.xml" ContentType="application/vnd.openxmlformats-officedocument.presentationml.slide+xml"/>
  <Override PartName="/ppt/slides/slide397.xml" ContentType="application/vnd.openxmlformats-officedocument.presentationml.slide+xml"/>
  <Override PartName="/ppt/slides/slide398.xml" ContentType="application/vnd.openxmlformats-officedocument.presentationml.slide+xml"/>
  <Override PartName="/ppt/slides/slide399.xml" ContentType="application/vnd.openxmlformats-officedocument.presentationml.slide+xml"/>
  <Override PartName="/ppt/slides/slide400.xml" ContentType="application/vnd.openxmlformats-officedocument.presentationml.slide+xml"/>
  <Override PartName="/ppt/slides/slide401.xml" ContentType="application/vnd.openxmlformats-officedocument.presentationml.slide+xml"/>
  <Override PartName="/ppt/slides/slide402.xml" ContentType="application/vnd.openxmlformats-officedocument.presentationml.slide+xml"/>
  <Override PartName="/ppt/slides/slide403.xml" ContentType="application/vnd.openxmlformats-officedocument.presentationml.slide+xml"/>
  <Override PartName="/ppt/slides/slide404.xml" ContentType="application/vnd.openxmlformats-officedocument.presentationml.slide+xml"/>
  <Override PartName="/ppt/slides/slide405.xml" ContentType="application/vnd.openxmlformats-officedocument.presentationml.slide+xml"/>
  <Override PartName="/ppt/slides/slide406.xml" ContentType="application/vnd.openxmlformats-officedocument.presentationml.slide+xml"/>
  <Override PartName="/ppt/slides/slide407.xml" ContentType="application/vnd.openxmlformats-officedocument.presentationml.slide+xml"/>
  <Override PartName="/ppt/slides/slide408.xml" ContentType="application/vnd.openxmlformats-officedocument.presentationml.slide+xml"/>
  <Override PartName="/ppt/slides/slide409.xml" ContentType="application/vnd.openxmlformats-officedocument.presentationml.slide+xml"/>
  <Override PartName="/ppt/slides/slide410.xml" ContentType="application/vnd.openxmlformats-officedocument.presentationml.slide+xml"/>
  <Override PartName="/ppt/slides/slide411.xml" ContentType="application/vnd.openxmlformats-officedocument.presentationml.slide+xml"/>
  <Override PartName="/ppt/slides/slide412.xml" ContentType="application/vnd.openxmlformats-officedocument.presentationml.slide+xml"/>
  <Override PartName="/ppt/slides/slide413.xml" ContentType="application/vnd.openxmlformats-officedocument.presentationml.slide+xml"/>
  <Override PartName="/ppt/slides/slide414.xml" ContentType="application/vnd.openxmlformats-officedocument.presentationml.slide+xml"/>
  <Override PartName="/ppt/slides/slide415.xml" ContentType="application/vnd.openxmlformats-officedocument.presentationml.slide+xml"/>
  <Override PartName="/ppt/slides/slide416.xml" ContentType="application/vnd.openxmlformats-officedocument.presentationml.slide+xml"/>
  <Override PartName="/ppt/slides/slide417.xml" ContentType="application/vnd.openxmlformats-officedocument.presentationml.slide+xml"/>
  <Override PartName="/ppt/slides/slide418.xml" ContentType="application/vnd.openxmlformats-officedocument.presentationml.slide+xml"/>
  <Override PartName="/ppt/slides/slide419.xml" ContentType="application/vnd.openxmlformats-officedocument.presentationml.slide+xml"/>
  <Override PartName="/ppt/slides/slide420.xml" ContentType="application/vnd.openxmlformats-officedocument.presentationml.slide+xml"/>
  <Override PartName="/ppt/slides/slide421.xml" ContentType="application/vnd.openxmlformats-officedocument.presentationml.slide+xml"/>
  <Override PartName="/ppt/slides/slide422.xml" ContentType="application/vnd.openxmlformats-officedocument.presentationml.slide+xml"/>
  <Override PartName="/ppt/slides/slide423.xml" ContentType="application/vnd.openxmlformats-officedocument.presentationml.slide+xml"/>
  <Override PartName="/ppt/slides/slide424.xml" ContentType="application/vnd.openxmlformats-officedocument.presentationml.slide+xml"/>
  <Override PartName="/ppt/slides/slide425.xml" ContentType="application/vnd.openxmlformats-officedocument.presentationml.slide+xml"/>
  <Override PartName="/ppt/slides/slide426.xml" ContentType="application/vnd.openxmlformats-officedocument.presentationml.slide+xml"/>
  <Override PartName="/ppt/slides/slide427.xml" ContentType="application/vnd.openxmlformats-officedocument.presentationml.slide+xml"/>
  <Override PartName="/ppt/slides/slide428.xml" ContentType="application/vnd.openxmlformats-officedocument.presentationml.slide+xml"/>
  <Override PartName="/ppt/slides/slide429.xml" ContentType="application/vnd.openxmlformats-officedocument.presentationml.slide+xml"/>
  <Override PartName="/ppt/slides/slide430.xml" ContentType="application/vnd.openxmlformats-officedocument.presentationml.slide+xml"/>
  <Override PartName="/ppt/slides/slide431.xml" ContentType="application/vnd.openxmlformats-officedocument.presentationml.slide+xml"/>
  <Override PartName="/ppt/slides/slide432.xml" ContentType="application/vnd.openxmlformats-officedocument.presentationml.slide+xml"/>
  <Override PartName="/ppt/slides/slide433.xml" ContentType="application/vnd.openxmlformats-officedocument.presentationml.slide+xml"/>
  <Override PartName="/ppt/slides/slide434.xml" ContentType="application/vnd.openxmlformats-officedocument.presentationml.slide+xml"/>
  <Override PartName="/ppt/slides/slide435.xml" ContentType="application/vnd.openxmlformats-officedocument.presentationml.slide+xml"/>
  <Override PartName="/ppt/slides/slide436.xml" ContentType="application/vnd.openxmlformats-officedocument.presentationml.slide+xml"/>
  <Override PartName="/ppt/slides/slide437.xml" ContentType="application/vnd.openxmlformats-officedocument.presentationml.slide+xml"/>
  <Override PartName="/ppt/slides/slide438.xml" ContentType="application/vnd.openxmlformats-officedocument.presentationml.slide+xml"/>
  <Override PartName="/ppt/slides/slide439.xml" ContentType="application/vnd.openxmlformats-officedocument.presentationml.slide+xml"/>
  <Override PartName="/ppt/slides/slide440.xml" ContentType="application/vnd.openxmlformats-officedocument.presentationml.slide+xml"/>
  <Override PartName="/ppt/slides/slide441.xml" ContentType="application/vnd.openxmlformats-officedocument.presentationml.slide+xml"/>
  <Override PartName="/ppt/slides/slide442.xml" ContentType="application/vnd.openxmlformats-officedocument.presentationml.slide+xml"/>
  <Override PartName="/ppt/slides/slide443.xml" ContentType="application/vnd.openxmlformats-officedocument.presentationml.slide+xml"/>
  <Override PartName="/ppt/slides/slide444.xml" ContentType="application/vnd.openxmlformats-officedocument.presentationml.slide+xml"/>
  <Override PartName="/ppt/slides/slide445.xml" ContentType="application/vnd.openxmlformats-officedocument.presentationml.slide+xml"/>
  <Override PartName="/ppt/slides/slide446.xml" ContentType="application/vnd.openxmlformats-officedocument.presentationml.slide+xml"/>
  <Override PartName="/ppt/slides/slide447.xml" ContentType="application/vnd.openxmlformats-officedocument.presentationml.slide+xml"/>
  <Override PartName="/ppt/slides/slide448.xml" ContentType="application/vnd.openxmlformats-officedocument.presentationml.slide+xml"/>
  <Override PartName="/ppt/slides/slide449.xml" ContentType="application/vnd.openxmlformats-officedocument.presentationml.slide+xml"/>
  <Override PartName="/ppt/slides/slide450.xml" ContentType="application/vnd.openxmlformats-officedocument.presentationml.slide+xml"/>
  <Override PartName="/ppt/slides/slide451.xml" ContentType="application/vnd.openxmlformats-officedocument.presentationml.slide+xml"/>
  <Override PartName="/ppt/slides/slide452.xml" ContentType="application/vnd.openxmlformats-officedocument.presentationml.slide+xml"/>
  <Override PartName="/ppt/slides/slide453.xml" ContentType="application/vnd.openxmlformats-officedocument.presentationml.slide+xml"/>
  <Override PartName="/ppt/slides/slide454.xml" ContentType="application/vnd.openxmlformats-officedocument.presentationml.slide+xml"/>
  <Override PartName="/ppt/slides/slide455.xml" ContentType="application/vnd.openxmlformats-officedocument.presentationml.slide+xml"/>
  <Override PartName="/ppt/slides/slide456.xml" ContentType="application/vnd.openxmlformats-officedocument.presentationml.slide+xml"/>
  <Override PartName="/ppt/slides/slide457.xml" ContentType="application/vnd.openxmlformats-officedocument.presentationml.slide+xml"/>
  <Override PartName="/ppt/slides/slide458.xml" ContentType="application/vnd.openxmlformats-officedocument.presentationml.slide+xml"/>
  <Override PartName="/ppt/slides/slide459.xml" ContentType="application/vnd.openxmlformats-officedocument.presentationml.slide+xml"/>
  <Override PartName="/ppt/slides/slide460.xml" ContentType="application/vnd.openxmlformats-officedocument.presentationml.slide+xml"/>
  <Override PartName="/ppt/slides/slide461.xml" ContentType="application/vnd.openxmlformats-officedocument.presentationml.slide+xml"/>
  <Override PartName="/ppt/slides/slide462.xml" ContentType="application/vnd.openxmlformats-officedocument.presentationml.slide+xml"/>
  <Override PartName="/ppt/slides/slide463.xml" ContentType="application/vnd.openxmlformats-officedocument.presentationml.slide+xml"/>
  <Override PartName="/ppt/slides/slide464.xml" ContentType="application/vnd.openxmlformats-officedocument.presentationml.slide+xml"/>
  <Override PartName="/ppt/slides/slide465.xml" ContentType="application/vnd.openxmlformats-officedocument.presentationml.slide+xml"/>
  <Override PartName="/ppt/slides/slide466.xml" ContentType="application/vnd.openxmlformats-officedocument.presentationml.slide+xml"/>
  <Override PartName="/ppt/slides/slide467.xml" ContentType="application/vnd.openxmlformats-officedocument.presentationml.slide+xml"/>
  <Override PartName="/ppt/slides/slide468.xml" ContentType="application/vnd.openxmlformats-officedocument.presentationml.slide+xml"/>
  <Override PartName="/ppt/slides/slide469.xml" ContentType="application/vnd.openxmlformats-officedocument.presentationml.slide+xml"/>
  <Override PartName="/ppt/slides/slide470.xml" ContentType="application/vnd.openxmlformats-officedocument.presentationml.slide+xml"/>
  <Override PartName="/ppt/slides/slide471.xml" ContentType="application/vnd.openxmlformats-officedocument.presentationml.slide+xml"/>
  <Override PartName="/ppt/slides/slide472.xml" ContentType="application/vnd.openxmlformats-officedocument.presentationml.slide+xml"/>
  <Override PartName="/ppt/slides/slide473.xml" ContentType="application/vnd.openxmlformats-officedocument.presentationml.slide+xml"/>
  <Override PartName="/ppt/slides/slide474.xml" ContentType="application/vnd.openxmlformats-officedocument.presentationml.slide+xml"/>
  <Override PartName="/ppt/slides/slide475.xml" ContentType="application/vnd.openxmlformats-officedocument.presentationml.slide+xml"/>
  <Override PartName="/ppt/slides/slide476.xml" ContentType="application/vnd.openxmlformats-officedocument.presentationml.slide+xml"/>
  <Override PartName="/ppt/slides/slide477.xml" ContentType="application/vnd.openxmlformats-officedocument.presentationml.slide+xml"/>
  <Override PartName="/ppt/slides/slide478.xml" ContentType="application/vnd.openxmlformats-officedocument.presentationml.slide+xml"/>
  <Override PartName="/ppt/slides/slide479.xml" ContentType="application/vnd.openxmlformats-officedocument.presentationml.slide+xml"/>
  <Override PartName="/ppt/slides/slide480.xml" ContentType="application/vnd.openxmlformats-officedocument.presentationml.slide+xml"/>
  <Override PartName="/ppt/slides/slide481.xml" ContentType="application/vnd.openxmlformats-officedocument.presentationml.slide+xml"/>
  <Override PartName="/ppt/slides/slide482.xml" ContentType="application/vnd.openxmlformats-officedocument.presentationml.slide+xml"/>
  <Override PartName="/ppt/slides/slide483.xml" ContentType="application/vnd.openxmlformats-officedocument.presentationml.slide+xml"/>
  <Override PartName="/ppt/slides/slide484.xml" ContentType="application/vnd.openxmlformats-officedocument.presentationml.slide+xml"/>
  <Override PartName="/ppt/slides/slide485.xml" ContentType="application/vnd.openxmlformats-officedocument.presentationml.slide+xml"/>
  <Override PartName="/ppt/slides/slide486.xml" ContentType="application/vnd.openxmlformats-officedocument.presentationml.slide+xml"/>
  <Override PartName="/ppt/slides/slide487.xml" ContentType="application/vnd.openxmlformats-officedocument.presentationml.slide+xml"/>
  <Override PartName="/ppt/slides/slide488.xml" ContentType="application/vnd.openxmlformats-officedocument.presentationml.slide+xml"/>
  <Override PartName="/ppt/slides/slide489.xml" ContentType="application/vnd.openxmlformats-officedocument.presentationml.slide+xml"/>
  <Override PartName="/ppt/slides/slide490.xml" ContentType="application/vnd.openxmlformats-officedocument.presentationml.slide+xml"/>
  <Override PartName="/ppt/slides/slide491.xml" ContentType="application/vnd.openxmlformats-officedocument.presentationml.slide+xml"/>
  <Override PartName="/ppt/slides/slide492.xml" ContentType="application/vnd.openxmlformats-officedocument.presentationml.slide+xml"/>
  <Override PartName="/ppt/slides/slide493.xml" ContentType="application/vnd.openxmlformats-officedocument.presentationml.slide+xml"/>
  <Override PartName="/ppt/slides/slide494.xml" ContentType="application/vnd.openxmlformats-officedocument.presentationml.slide+xml"/>
  <Override PartName="/ppt/slides/slide495.xml" ContentType="application/vnd.openxmlformats-officedocument.presentationml.slide+xml"/>
  <Override PartName="/ppt/slides/slide496.xml" ContentType="application/vnd.openxmlformats-officedocument.presentationml.slide+xml"/>
  <Override PartName="/ppt/slides/slide497.xml" ContentType="application/vnd.openxmlformats-officedocument.presentationml.slide+xml"/>
  <Override PartName="/ppt/slides/slide498.xml" ContentType="application/vnd.openxmlformats-officedocument.presentationml.slide+xml"/>
  <Override PartName="/ppt/slides/slide499.xml" ContentType="application/vnd.openxmlformats-officedocument.presentationml.slide+xml"/>
  <Override PartName="/ppt/slides/slide500.xml" ContentType="application/vnd.openxmlformats-officedocument.presentationml.slide+xml"/>
  <Override PartName="/ppt/slides/slide501.xml" ContentType="application/vnd.openxmlformats-officedocument.presentationml.slide+xml"/>
  <Override PartName="/ppt/slides/slide502.xml" ContentType="application/vnd.openxmlformats-officedocument.presentationml.slide+xml"/>
  <Override PartName="/ppt/slides/slide503.xml" ContentType="application/vnd.openxmlformats-officedocument.presentationml.slide+xml"/>
  <Override PartName="/ppt/slides/slide504.xml" ContentType="application/vnd.openxmlformats-officedocument.presentationml.slide+xml"/>
  <Override PartName="/ppt/slides/slide505.xml" ContentType="application/vnd.openxmlformats-officedocument.presentationml.slide+xml"/>
  <Override PartName="/ppt/slides/slide506.xml" ContentType="application/vnd.openxmlformats-officedocument.presentationml.slide+xml"/>
  <Override PartName="/ppt/slides/slide507.xml" ContentType="application/vnd.openxmlformats-officedocument.presentationml.slide+xml"/>
  <Override PartName="/ppt/slides/slide508.xml" ContentType="application/vnd.openxmlformats-officedocument.presentationml.slide+xml"/>
  <Override PartName="/ppt/slides/slide509.xml" ContentType="application/vnd.openxmlformats-officedocument.presentationml.slide+xml"/>
  <Override PartName="/ppt/slides/slide510.xml" ContentType="application/vnd.openxmlformats-officedocument.presentationml.slide+xml"/>
  <Override PartName="/ppt/slides/slide511.xml" ContentType="application/vnd.openxmlformats-officedocument.presentationml.slide+xml"/>
  <Override PartName="/ppt/slides/slide512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54.xml" ContentType="application/vnd.openxmlformats-officedocument.presentationml.notesSlide+xml"/>
  <Override PartName="/ppt/notesSlides/notesSlide155.xml" ContentType="application/vnd.openxmlformats-officedocument.presentationml.notesSlide+xml"/>
  <Override PartName="/ppt/notesSlides/notesSlide156.xml" ContentType="application/vnd.openxmlformats-officedocument.presentationml.notesSlide+xml"/>
  <Override PartName="/ppt/notesSlides/notesSlide157.xml" ContentType="application/vnd.openxmlformats-officedocument.presentationml.notesSlide+xml"/>
  <Override PartName="/ppt/notesSlides/notesSlide158.xml" ContentType="application/vnd.openxmlformats-officedocument.presentationml.notesSlide+xml"/>
  <Override PartName="/ppt/notesSlides/notesSlide159.xml" ContentType="application/vnd.openxmlformats-officedocument.presentationml.notesSlide+xml"/>
  <Override PartName="/ppt/notesSlides/notesSlide160.xml" ContentType="application/vnd.openxmlformats-officedocument.presentationml.notesSlide+xml"/>
  <Override PartName="/ppt/notesSlides/notesSlide161.xml" ContentType="application/vnd.openxmlformats-officedocument.presentationml.notesSlide+xml"/>
  <Override PartName="/ppt/notesSlides/notesSlide162.xml" ContentType="application/vnd.openxmlformats-officedocument.presentationml.notesSlide+xml"/>
  <Override PartName="/ppt/notesSlides/notesSlide163.xml" ContentType="application/vnd.openxmlformats-officedocument.presentationml.notesSlide+xml"/>
  <Override PartName="/ppt/notesSlides/notesSlide164.xml" ContentType="application/vnd.openxmlformats-officedocument.presentationml.notesSlide+xml"/>
  <Override PartName="/ppt/notesSlides/notesSlide165.xml" ContentType="application/vnd.openxmlformats-officedocument.presentationml.notesSlide+xml"/>
  <Override PartName="/ppt/notesSlides/notesSlide166.xml" ContentType="application/vnd.openxmlformats-officedocument.presentationml.notesSlide+xml"/>
  <Override PartName="/ppt/notesSlides/notesSlide167.xml" ContentType="application/vnd.openxmlformats-officedocument.presentationml.notesSlide+xml"/>
  <Override PartName="/ppt/notesSlides/notesSlide168.xml" ContentType="application/vnd.openxmlformats-officedocument.presentationml.notesSlide+xml"/>
  <Override PartName="/ppt/notesSlides/notesSlide169.xml" ContentType="application/vnd.openxmlformats-officedocument.presentationml.notesSlide+xml"/>
  <Override PartName="/ppt/notesSlides/notesSlide170.xml" ContentType="application/vnd.openxmlformats-officedocument.presentationml.notesSlide+xml"/>
  <Override PartName="/ppt/notesSlides/notesSlide171.xml" ContentType="application/vnd.openxmlformats-officedocument.presentationml.notesSlide+xml"/>
  <Override PartName="/ppt/notesSlides/notesSlide172.xml" ContentType="application/vnd.openxmlformats-officedocument.presentationml.notesSlide+xml"/>
  <Override PartName="/ppt/notesSlides/notesSlide173.xml" ContentType="application/vnd.openxmlformats-officedocument.presentationml.notesSlide+xml"/>
  <Override PartName="/ppt/notesSlides/notesSlide174.xml" ContentType="application/vnd.openxmlformats-officedocument.presentationml.notesSlide+xml"/>
  <Override PartName="/ppt/notesSlides/notesSlide175.xml" ContentType="application/vnd.openxmlformats-officedocument.presentationml.notesSlide+xml"/>
  <Override PartName="/ppt/notesSlides/notesSlide176.xml" ContentType="application/vnd.openxmlformats-officedocument.presentationml.notesSlide+xml"/>
  <Override PartName="/ppt/notesSlides/notesSlide177.xml" ContentType="application/vnd.openxmlformats-officedocument.presentationml.notesSlide+xml"/>
  <Override PartName="/ppt/notesSlides/notesSlide178.xml" ContentType="application/vnd.openxmlformats-officedocument.presentationml.notesSlide+xml"/>
  <Override PartName="/ppt/notesSlides/notesSlide179.xml" ContentType="application/vnd.openxmlformats-officedocument.presentationml.notesSlide+xml"/>
  <Override PartName="/ppt/notesSlides/notesSlide180.xml" ContentType="application/vnd.openxmlformats-officedocument.presentationml.notesSlide+xml"/>
  <Override PartName="/ppt/notesSlides/notesSlide181.xml" ContentType="application/vnd.openxmlformats-officedocument.presentationml.notesSlide+xml"/>
  <Override PartName="/ppt/notesSlides/notesSlide182.xml" ContentType="application/vnd.openxmlformats-officedocument.presentationml.notesSlide+xml"/>
  <Override PartName="/ppt/notesSlides/notesSlide183.xml" ContentType="application/vnd.openxmlformats-officedocument.presentationml.notesSlide+xml"/>
  <Override PartName="/ppt/notesSlides/notesSlide184.xml" ContentType="application/vnd.openxmlformats-officedocument.presentationml.notesSlide+xml"/>
  <Override PartName="/ppt/notesSlides/notesSlide185.xml" ContentType="application/vnd.openxmlformats-officedocument.presentationml.notesSlide+xml"/>
  <Override PartName="/ppt/notesSlides/notesSlide186.xml" ContentType="application/vnd.openxmlformats-officedocument.presentationml.notesSlide+xml"/>
  <Override PartName="/ppt/notesSlides/notesSlide187.xml" ContentType="application/vnd.openxmlformats-officedocument.presentationml.notesSlide+xml"/>
  <Override PartName="/ppt/notesSlides/notesSlide188.xml" ContentType="application/vnd.openxmlformats-officedocument.presentationml.notesSlide+xml"/>
  <Override PartName="/ppt/notesSlides/notesSlide189.xml" ContentType="application/vnd.openxmlformats-officedocument.presentationml.notesSlide+xml"/>
  <Override PartName="/ppt/notesSlides/notesSlide190.xml" ContentType="application/vnd.openxmlformats-officedocument.presentationml.notesSlide+xml"/>
  <Override PartName="/ppt/notesSlides/notesSlide191.xml" ContentType="application/vnd.openxmlformats-officedocument.presentationml.notesSlide+xml"/>
  <Override PartName="/ppt/notesSlides/notesSlide192.xml" ContentType="application/vnd.openxmlformats-officedocument.presentationml.notesSlide+xml"/>
  <Override PartName="/ppt/notesSlides/notesSlide193.xml" ContentType="application/vnd.openxmlformats-officedocument.presentationml.notesSlide+xml"/>
  <Override PartName="/ppt/notesSlides/notesSlide194.xml" ContentType="application/vnd.openxmlformats-officedocument.presentationml.notesSlide+xml"/>
  <Override PartName="/ppt/notesSlides/notesSlide195.xml" ContentType="application/vnd.openxmlformats-officedocument.presentationml.notesSlide+xml"/>
  <Override PartName="/ppt/notesSlides/notesSlide196.xml" ContentType="application/vnd.openxmlformats-officedocument.presentationml.notesSlide+xml"/>
  <Override PartName="/ppt/notesSlides/notesSlide197.xml" ContentType="application/vnd.openxmlformats-officedocument.presentationml.notesSlide+xml"/>
  <Override PartName="/ppt/notesSlides/notesSlide198.xml" ContentType="application/vnd.openxmlformats-officedocument.presentationml.notesSlide+xml"/>
  <Override PartName="/ppt/notesSlides/notesSlide199.xml" ContentType="application/vnd.openxmlformats-officedocument.presentationml.notesSlide+xml"/>
  <Override PartName="/ppt/notesSlides/notesSlide200.xml" ContentType="application/vnd.openxmlformats-officedocument.presentationml.notesSlide+xml"/>
  <Override PartName="/ppt/notesSlides/notesSlide201.xml" ContentType="application/vnd.openxmlformats-officedocument.presentationml.notesSlide+xml"/>
  <Override PartName="/ppt/notesSlides/notesSlide202.xml" ContentType="application/vnd.openxmlformats-officedocument.presentationml.notesSlide+xml"/>
  <Override PartName="/ppt/notesSlides/notesSlide203.xml" ContentType="application/vnd.openxmlformats-officedocument.presentationml.notesSlide+xml"/>
  <Override PartName="/ppt/notesSlides/notesSlide204.xml" ContentType="application/vnd.openxmlformats-officedocument.presentationml.notesSlide+xml"/>
  <Override PartName="/ppt/notesSlides/notesSlide205.xml" ContentType="application/vnd.openxmlformats-officedocument.presentationml.notesSlide+xml"/>
  <Override PartName="/ppt/notesSlides/notesSlide206.xml" ContentType="application/vnd.openxmlformats-officedocument.presentationml.notesSlide+xml"/>
  <Override PartName="/ppt/notesSlides/notesSlide207.xml" ContentType="application/vnd.openxmlformats-officedocument.presentationml.notesSlide+xml"/>
  <Override PartName="/ppt/notesSlides/notesSlide208.xml" ContentType="application/vnd.openxmlformats-officedocument.presentationml.notesSlide+xml"/>
  <Override PartName="/ppt/notesSlides/notesSlide209.xml" ContentType="application/vnd.openxmlformats-officedocument.presentationml.notesSlide+xml"/>
  <Override PartName="/ppt/notesSlides/notesSlide210.xml" ContentType="application/vnd.openxmlformats-officedocument.presentationml.notesSlide+xml"/>
  <Override PartName="/ppt/notesSlides/notesSlide211.xml" ContentType="application/vnd.openxmlformats-officedocument.presentationml.notesSlide+xml"/>
  <Override PartName="/ppt/notesSlides/notesSlide212.xml" ContentType="application/vnd.openxmlformats-officedocument.presentationml.notesSlide+xml"/>
  <Override PartName="/ppt/notesSlides/notesSlide213.xml" ContentType="application/vnd.openxmlformats-officedocument.presentationml.notesSlide+xml"/>
  <Override PartName="/ppt/notesSlides/notesSlide214.xml" ContentType="application/vnd.openxmlformats-officedocument.presentationml.notesSlide+xml"/>
  <Override PartName="/ppt/notesSlides/notesSlide215.xml" ContentType="application/vnd.openxmlformats-officedocument.presentationml.notesSlide+xml"/>
  <Override PartName="/ppt/notesSlides/notesSlide216.xml" ContentType="application/vnd.openxmlformats-officedocument.presentationml.notesSlide+xml"/>
  <Override PartName="/ppt/notesSlides/notesSlide217.xml" ContentType="application/vnd.openxmlformats-officedocument.presentationml.notesSlide+xml"/>
  <Override PartName="/ppt/notesSlides/notesSlide218.xml" ContentType="application/vnd.openxmlformats-officedocument.presentationml.notesSlide+xml"/>
  <Override PartName="/ppt/notesSlides/notesSlide219.xml" ContentType="application/vnd.openxmlformats-officedocument.presentationml.notesSlide+xml"/>
  <Override PartName="/ppt/notesSlides/notesSlide220.xml" ContentType="application/vnd.openxmlformats-officedocument.presentationml.notesSlide+xml"/>
  <Override PartName="/ppt/notesSlides/notesSlide221.xml" ContentType="application/vnd.openxmlformats-officedocument.presentationml.notesSlide+xml"/>
  <Override PartName="/ppt/notesSlides/notesSlide222.xml" ContentType="application/vnd.openxmlformats-officedocument.presentationml.notesSlide+xml"/>
  <Override PartName="/ppt/notesSlides/notesSlide223.xml" ContentType="application/vnd.openxmlformats-officedocument.presentationml.notesSlide+xml"/>
  <Override PartName="/ppt/notesSlides/notesSlide224.xml" ContentType="application/vnd.openxmlformats-officedocument.presentationml.notesSlide+xml"/>
  <Override PartName="/ppt/notesSlides/notesSlide225.xml" ContentType="application/vnd.openxmlformats-officedocument.presentationml.notesSlide+xml"/>
  <Override PartName="/ppt/notesSlides/notesSlide226.xml" ContentType="application/vnd.openxmlformats-officedocument.presentationml.notesSlide+xml"/>
  <Override PartName="/ppt/notesSlides/notesSlide227.xml" ContentType="application/vnd.openxmlformats-officedocument.presentationml.notesSlide+xml"/>
  <Override PartName="/ppt/notesSlides/notesSlide228.xml" ContentType="application/vnd.openxmlformats-officedocument.presentationml.notesSlide+xml"/>
  <Override PartName="/ppt/notesSlides/notesSlide229.xml" ContentType="application/vnd.openxmlformats-officedocument.presentationml.notesSlide+xml"/>
  <Override PartName="/ppt/notesSlides/notesSlide230.xml" ContentType="application/vnd.openxmlformats-officedocument.presentationml.notesSlide+xml"/>
  <Override PartName="/ppt/notesSlides/notesSlide231.xml" ContentType="application/vnd.openxmlformats-officedocument.presentationml.notesSlide+xml"/>
  <Override PartName="/ppt/notesSlides/notesSlide232.xml" ContentType="application/vnd.openxmlformats-officedocument.presentationml.notesSlide+xml"/>
  <Override PartName="/ppt/notesSlides/notesSlide233.xml" ContentType="application/vnd.openxmlformats-officedocument.presentationml.notesSlide+xml"/>
  <Override PartName="/ppt/notesSlides/notesSlide234.xml" ContentType="application/vnd.openxmlformats-officedocument.presentationml.notesSlide+xml"/>
  <Override PartName="/ppt/notesSlides/notesSlide235.xml" ContentType="application/vnd.openxmlformats-officedocument.presentationml.notesSlide+xml"/>
  <Override PartName="/ppt/notesSlides/notesSlide236.xml" ContentType="application/vnd.openxmlformats-officedocument.presentationml.notesSlide+xml"/>
  <Override PartName="/ppt/notesSlides/notesSlide237.xml" ContentType="application/vnd.openxmlformats-officedocument.presentationml.notesSlide+xml"/>
  <Override PartName="/ppt/notesSlides/notesSlide238.xml" ContentType="application/vnd.openxmlformats-officedocument.presentationml.notesSlide+xml"/>
  <Override PartName="/ppt/notesSlides/notesSlide239.xml" ContentType="application/vnd.openxmlformats-officedocument.presentationml.notesSlide+xml"/>
  <Override PartName="/ppt/notesSlides/notesSlide240.xml" ContentType="application/vnd.openxmlformats-officedocument.presentationml.notesSlide+xml"/>
  <Override PartName="/ppt/notesSlides/notesSlide241.xml" ContentType="application/vnd.openxmlformats-officedocument.presentationml.notesSlide+xml"/>
  <Override PartName="/ppt/notesSlides/notesSlide242.xml" ContentType="application/vnd.openxmlformats-officedocument.presentationml.notesSlide+xml"/>
  <Override PartName="/ppt/notesSlides/notesSlide243.xml" ContentType="application/vnd.openxmlformats-officedocument.presentationml.notesSlide+xml"/>
  <Override PartName="/ppt/notesSlides/notesSlide244.xml" ContentType="application/vnd.openxmlformats-officedocument.presentationml.notesSlide+xml"/>
  <Override PartName="/ppt/notesSlides/notesSlide245.xml" ContentType="application/vnd.openxmlformats-officedocument.presentationml.notesSlide+xml"/>
  <Override PartName="/ppt/notesSlides/notesSlide246.xml" ContentType="application/vnd.openxmlformats-officedocument.presentationml.notesSlide+xml"/>
  <Override PartName="/ppt/notesSlides/notesSlide247.xml" ContentType="application/vnd.openxmlformats-officedocument.presentationml.notesSlide+xml"/>
  <Override PartName="/ppt/notesSlides/notesSlide248.xml" ContentType="application/vnd.openxmlformats-officedocument.presentationml.notesSlide+xml"/>
  <Override PartName="/ppt/notesSlides/notesSlide249.xml" ContentType="application/vnd.openxmlformats-officedocument.presentationml.notesSlide+xml"/>
  <Override PartName="/ppt/notesSlides/notesSlide250.xml" ContentType="application/vnd.openxmlformats-officedocument.presentationml.notesSlide+xml"/>
  <Override PartName="/ppt/notesSlides/notesSlide251.xml" ContentType="application/vnd.openxmlformats-officedocument.presentationml.notesSlide+xml"/>
  <Override PartName="/ppt/notesSlides/notesSlide252.xml" ContentType="application/vnd.openxmlformats-officedocument.presentationml.notesSlide+xml"/>
  <Override PartName="/ppt/notesSlides/notesSlide253.xml" ContentType="application/vnd.openxmlformats-officedocument.presentationml.notesSlide+xml"/>
  <Override PartName="/ppt/notesSlides/notesSlide254.xml" ContentType="application/vnd.openxmlformats-officedocument.presentationml.notesSlide+xml"/>
  <Override PartName="/ppt/notesSlides/notesSlide255.xml" ContentType="application/vnd.openxmlformats-officedocument.presentationml.notesSlide+xml"/>
  <Override PartName="/ppt/notesSlides/notesSlide256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2" r:id="rId114"/>
    <p:sldId id="363" r:id="rId115"/>
    <p:sldId id="364" r:id="rId116"/>
    <p:sldId id="365" r:id="rId117"/>
    <p:sldId id="366" r:id="rId118"/>
    <p:sldId id="367" r:id="rId119"/>
    <p:sldId id="368" r:id="rId120"/>
    <p:sldId id="369" r:id="rId121"/>
    <p:sldId id="370" r:id="rId122"/>
    <p:sldId id="371" r:id="rId123"/>
    <p:sldId id="372" r:id="rId124"/>
    <p:sldId id="373" r:id="rId125"/>
    <p:sldId id="374" r:id="rId126"/>
    <p:sldId id="375" r:id="rId127"/>
    <p:sldId id="376" r:id="rId128"/>
    <p:sldId id="377" r:id="rId129"/>
    <p:sldId id="378" r:id="rId130"/>
    <p:sldId id="379" r:id="rId131"/>
    <p:sldId id="380" r:id="rId132"/>
    <p:sldId id="381" r:id="rId133"/>
    <p:sldId id="382" r:id="rId134"/>
    <p:sldId id="383" r:id="rId135"/>
    <p:sldId id="384" r:id="rId136"/>
    <p:sldId id="385" r:id="rId137"/>
    <p:sldId id="386" r:id="rId138"/>
    <p:sldId id="387" r:id="rId139"/>
    <p:sldId id="388" r:id="rId140"/>
    <p:sldId id="389" r:id="rId141"/>
    <p:sldId id="390" r:id="rId142"/>
    <p:sldId id="391" r:id="rId143"/>
    <p:sldId id="392" r:id="rId144"/>
    <p:sldId id="393" r:id="rId145"/>
    <p:sldId id="394" r:id="rId146"/>
    <p:sldId id="395" r:id="rId147"/>
    <p:sldId id="396" r:id="rId148"/>
    <p:sldId id="397" r:id="rId149"/>
    <p:sldId id="398" r:id="rId150"/>
    <p:sldId id="399" r:id="rId151"/>
    <p:sldId id="400" r:id="rId152"/>
    <p:sldId id="401" r:id="rId153"/>
    <p:sldId id="402" r:id="rId154"/>
    <p:sldId id="403" r:id="rId155"/>
    <p:sldId id="404" r:id="rId156"/>
    <p:sldId id="405" r:id="rId157"/>
    <p:sldId id="406" r:id="rId158"/>
    <p:sldId id="407" r:id="rId159"/>
    <p:sldId id="408" r:id="rId160"/>
    <p:sldId id="409" r:id="rId161"/>
    <p:sldId id="410" r:id="rId162"/>
    <p:sldId id="411" r:id="rId163"/>
    <p:sldId id="412" r:id="rId164"/>
    <p:sldId id="413" r:id="rId165"/>
    <p:sldId id="414" r:id="rId166"/>
    <p:sldId id="415" r:id="rId167"/>
    <p:sldId id="416" r:id="rId168"/>
    <p:sldId id="417" r:id="rId169"/>
    <p:sldId id="418" r:id="rId170"/>
    <p:sldId id="419" r:id="rId171"/>
    <p:sldId id="420" r:id="rId172"/>
    <p:sldId id="421" r:id="rId173"/>
    <p:sldId id="422" r:id="rId174"/>
    <p:sldId id="423" r:id="rId175"/>
    <p:sldId id="424" r:id="rId176"/>
    <p:sldId id="425" r:id="rId177"/>
    <p:sldId id="426" r:id="rId178"/>
    <p:sldId id="427" r:id="rId179"/>
    <p:sldId id="428" r:id="rId180"/>
    <p:sldId id="429" r:id="rId181"/>
    <p:sldId id="430" r:id="rId182"/>
    <p:sldId id="431" r:id="rId183"/>
    <p:sldId id="432" r:id="rId184"/>
    <p:sldId id="433" r:id="rId185"/>
    <p:sldId id="434" r:id="rId186"/>
    <p:sldId id="435" r:id="rId187"/>
    <p:sldId id="436" r:id="rId188"/>
    <p:sldId id="437" r:id="rId189"/>
    <p:sldId id="438" r:id="rId190"/>
    <p:sldId id="439" r:id="rId191"/>
    <p:sldId id="440" r:id="rId192"/>
    <p:sldId id="441" r:id="rId193"/>
    <p:sldId id="442" r:id="rId194"/>
    <p:sldId id="443" r:id="rId195"/>
    <p:sldId id="444" r:id="rId196"/>
    <p:sldId id="445" r:id="rId197"/>
    <p:sldId id="446" r:id="rId198"/>
    <p:sldId id="447" r:id="rId199"/>
    <p:sldId id="448" r:id="rId200"/>
    <p:sldId id="449" r:id="rId201"/>
    <p:sldId id="450" r:id="rId202"/>
    <p:sldId id="451" r:id="rId203"/>
    <p:sldId id="452" r:id="rId204"/>
    <p:sldId id="453" r:id="rId205"/>
    <p:sldId id="454" r:id="rId206"/>
    <p:sldId id="455" r:id="rId207"/>
    <p:sldId id="456" r:id="rId208"/>
    <p:sldId id="457" r:id="rId209"/>
    <p:sldId id="458" r:id="rId210"/>
    <p:sldId id="459" r:id="rId211"/>
    <p:sldId id="460" r:id="rId212"/>
    <p:sldId id="461" r:id="rId213"/>
    <p:sldId id="462" r:id="rId214"/>
    <p:sldId id="463" r:id="rId215"/>
    <p:sldId id="464" r:id="rId216"/>
    <p:sldId id="465" r:id="rId217"/>
    <p:sldId id="466" r:id="rId218"/>
    <p:sldId id="467" r:id="rId219"/>
    <p:sldId id="468" r:id="rId220"/>
    <p:sldId id="469" r:id="rId221"/>
    <p:sldId id="470" r:id="rId222"/>
    <p:sldId id="471" r:id="rId223"/>
    <p:sldId id="472" r:id="rId224"/>
    <p:sldId id="473" r:id="rId225"/>
    <p:sldId id="474" r:id="rId226"/>
    <p:sldId id="475" r:id="rId227"/>
    <p:sldId id="476" r:id="rId228"/>
    <p:sldId id="477" r:id="rId229"/>
    <p:sldId id="478" r:id="rId230"/>
    <p:sldId id="479" r:id="rId231"/>
    <p:sldId id="480" r:id="rId232"/>
    <p:sldId id="481" r:id="rId233"/>
    <p:sldId id="482" r:id="rId234"/>
    <p:sldId id="483" r:id="rId235"/>
    <p:sldId id="484" r:id="rId236"/>
    <p:sldId id="485" r:id="rId237"/>
    <p:sldId id="486" r:id="rId238"/>
    <p:sldId id="487" r:id="rId239"/>
    <p:sldId id="488" r:id="rId240"/>
    <p:sldId id="489" r:id="rId241"/>
    <p:sldId id="490" r:id="rId242"/>
    <p:sldId id="491" r:id="rId243"/>
    <p:sldId id="492" r:id="rId244"/>
    <p:sldId id="493" r:id="rId245"/>
    <p:sldId id="494" r:id="rId246"/>
    <p:sldId id="495" r:id="rId247"/>
    <p:sldId id="496" r:id="rId248"/>
    <p:sldId id="497" r:id="rId249"/>
    <p:sldId id="498" r:id="rId250"/>
    <p:sldId id="499" r:id="rId251"/>
    <p:sldId id="500" r:id="rId252"/>
    <p:sldId id="501" r:id="rId253"/>
    <p:sldId id="502" r:id="rId254"/>
    <p:sldId id="503" r:id="rId255"/>
    <p:sldId id="504" r:id="rId256"/>
    <p:sldId id="505" r:id="rId257"/>
    <p:sldId id="506" r:id="rId258"/>
    <p:sldId id="507" r:id="rId259"/>
    <p:sldId id="508" r:id="rId260"/>
    <p:sldId id="509" r:id="rId261"/>
    <p:sldId id="510" r:id="rId262"/>
    <p:sldId id="511" r:id="rId263"/>
    <p:sldId id="512" r:id="rId264"/>
    <p:sldId id="513" r:id="rId265"/>
    <p:sldId id="514" r:id="rId266"/>
    <p:sldId id="515" r:id="rId267"/>
    <p:sldId id="516" r:id="rId268"/>
    <p:sldId id="517" r:id="rId269"/>
    <p:sldId id="518" r:id="rId270"/>
    <p:sldId id="519" r:id="rId271"/>
    <p:sldId id="520" r:id="rId272"/>
    <p:sldId id="521" r:id="rId273"/>
    <p:sldId id="522" r:id="rId274"/>
    <p:sldId id="523" r:id="rId275"/>
    <p:sldId id="524" r:id="rId276"/>
    <p:sldId id="525" r:id="rId277"/>
    <p:sldId id="526" r:id="rId278"/>
    <p:sldId id="527" r:id="rId279"/>
    <p:sldId id="528" r:id="rId280"/>
    <p:sldId id="529" r:id="rId281"/>
    <p:sldId id="530" r:id="rId282"/>
    <p:sldId id="531" r:id="rId283"/>
    <p:sldId id="532" r:id="rId284"/>
    <p:sldId id="533" r:id="rId285"/>
    <p:sldId id="534" r:id="rId286"/>
    <p:sldId id="535" r:id="rId287"/>
    <p:sldId id="536" r:id="rId288"/>
    <p:sldId id="537" r:id="rId289"/>
    <p:sldId id="538" r:id="rId290"/>
    <p:sldId id="539" r:id="rId291"/>
    <p:sldId id="540" r:id="rId292"/>
    <p:sldId id="541" r:id="rId293"/>
    <p:sldId id="542" r:id="rId294"/>
    <p:sldId id="543" r:id="rId295"/>
    <p:sldId id="544" r:id="rId296"/>
    <p:sldId id="545" r:id="rId297"/>
    <p:sldId id="546" r:id="rId298"/>
    <p:sldId id="547" r:id="rId299"/>
    <p:sldId id="548" r:id="rId300"/>
    <p:sldId id="549" r:id="rId301"/>
    <p:sldId id="550" r:id="rId302"/>
    <p:sldId id="551" r:id="rId303"/>
    <p:sldId id="552" r:id="rId304"/>
    <p:sldId id="553" r:id="rId305"/>
    <p:sldId id="554" r:id="rId306"/>
    <p:sldId id="555" r:id="rId307"/>
    <p:sldId id="556" r:id="rId308"/>
    <p:sldId id="557" r:id="rId309"/>
    <p:sldId id="558" r:id="rId310"/>
    <p:sldId id="559" r:id="rId311"/>
    <p:sldId id="560" r:id="rId312"/>
    <p:sldId id="561" r:id="rId313"/>
    <p:sldId id="562" r:id="rId314"/>
    <p:sldId id="563" r:id="rId315"/>
    <p:sldId id="564" r:id="rId316"/>
    <p:sldId id="565" r:id="rId317"/>
    <p:sldId id="566" r:id="rId318"/>
    <p:sldId id="567" r:id="rId319"/>
    <p:sldId id="568" r:id="rId320"/>
    <p:sldId id="569" r:id="rId321"/>
    <p:sldId id="570" r:id="rId322"/>
    <p:sldId id="571" r:id="rId323"/>
    <p:sldId id="572" r:id="rId324"/>
    <p:sldId id="573" r:id="rId325"/>
    <p:sldId id="574" r:id="rId326"/>
    <p:sldId id="575" r:id="rId327"/>
    <p:sldId id="576" r:id="rId328"/>
    <p:sldId id="577" r:id="rId329"/>
    <p:sldId id="578" r:id="rId330"/>
    <p:sldId id="579" r:id="rId331"/>
    <p:sldId id="580" r:id="rId332"/>
    <p:sldId id="581" r:id="rId333"/>
    <p:sldId id="582" r:id="rId334"/>
    <p:sldId id="583" r:id="rId335"/>
    <p:sldId id="584" r:id="rId336"/>
    <p:sldId id="585" r:id="rId337"/>
    <p:sldId id="586" r:id="rId338"/>
    <p:sldId id="587" r:id="rId339"/>
    <p:sldId id="588" r:id="rId340"/>
    <p:sldId id="589" r:id="rId341"/>
    <p:sldId id="590" r:id="rId342"/>
    <p:sldId id="591" r:id="rId343"/>
    <p:sldId id="592" r:id="rId344"/>
    <p:sldId id="593" r:id="rId345"/>
    <p:sldId id="594" r:id="rId346"/>
    <p:sldId id="595" r:id="rId347"/>
    <p:sldId id="596" r:id="rId348"/>
    <p:sldId id="597" r:id="rId349"/>
    <p:sldId id="598" r:id="rId350"/>
    <p:sldId id="599" r:id="rId351"/>
    <p:sldId id="600" r:id="rId352"/>
    <p:sldId id="601" r:id="rId353"/>
    <p:sldId id="602" r:id="rId354"/>
    <p:sldId id="603" r:id="rId355"/>
    <p:sldId id="604" r:id="rId356"/>
    <p:sldId id="605" r:id="rId357"/>
    <p:sldId id="606" r:id="rId358"/>
    <p:sldId id="607" r:id="rId359"/>
    <p:sldId id="608" r:id="rId360"/>
    <p:sldId id="609" r:id="rId361"/>
    <p:sldId id="610" r:id="rId362"/>
    <p:sldId id="611" r:id="rId363"/>
    <p:sldId id="612" r:id="rId364"/>
    <p:sldId id="613" r:id="rId365"/>
    <p:sldId id="614" r:id="rId366"/>
    <p:sldId id="615" r:id="rId367"/>
    <p:sldId id="616" r:id="rId368"/>
    <p:sldId id="617" r:id="rId369"/>
    <p:sldId id="618" r:id="rId370"/>
    <p:sldId id="619" r:id="rId371"/>
    <p:sldId id="620" r:id="rId372"/>
    <p:sldId id="621" r:id="rId373"/>
    <p:sldId id="622" r:id="rId374"/>
    <p:sldId id="623" r:id="rId375"/>
    <p:sldId id="624" r:id="rId376"/>
    <p:sldId id="625" r:id="rId377"/>
    <p:sldId id="626" r:id="rId378"/>
    <p:sldId id="627" r:id="rId379"/>
    <p:sldId id="628" r:id="rId380"/>
    <p:sldId id="629" r:id="rId381"/>
    <p:sldId id="630" r:id="rId382"/>
    <p:sldId id="631" r:id="rId383"/>
    <p:sldId id="632" r:id="rId384"/>
    <p:sldId id="633" r:id="rId385"/>
    <p:sldId id="634" r:id="rId386"/>
    <p:sldId id="635" r:id="rId387"/>
    <p:sldId id="636" r:id="rId388"/>
    <p:sldId id="637" r:id="rId389"/>
    <p:sldId id="638" r:id="rId390"/>
    <p:sldId id="639" r:id="rId391"/>
    <p:sldId id="640" r:id="rId392"/>
    <p:sldId id="641" r:id="rId393"/>
    <p:sldId id="642" r:id="rId394"/>
    <p:sldId id="643" r:id="rId395"/>
    <p:sldId id="644" r:id="rId396"/>
    <p:sldId id="645" r:id="rId397"/>
    <p:sldId id="646" r:id="rId398"/>
    <p:sldId id="647" r:id="rId399"/>
    <p:sldId id="648" r:id="rId400"/>
    <p:sldId id="649" r:id="rId401"/>
    <p:sldId id="650" r:id="rId402"/>
    <p:sldId id="651" r:id="rId403"/>
    <p:sldId id="652" r:id="rId404"/>
    <p:sldId id="653" r:id="rId405"/>
    <p:sldId id="654" r:id="rId406"/>
    <p:sldId id="655" r:id="rId407"/>
    <p:sldId id="656" r:id="rId408"/>
    <p:sldId id="657" r:id="rId409"/>
    <p:sldId id="658" r:id="rId410"/>
    <p:sldId id="659" r:id="rId411"/>
    <p:sldId id="660" r:id="rId412"/>
    <p:sldId id="661" r:id="rId413"/>
    <p:sldId id="662" r:id="rId414"/>
    <p:sldId id="663" r:id="rId415"/>
    <p:sldId id="664" r:id="rId416"/>
    <p:sldId id="665" r:id="rId417"/>
    <p:sldId id="666" r:id="rId418"/>
    <p:sldId id="667" r:id="rId419"/>
    <p:sldId id="668" r:id="rId420"/>
    <p:sldId id="669" r:id="rId421"/>
    <p:sldId id="670" r:id="rId422"/>
    <p:sldId id="671" r:id="rId423"/>
    <p:sldId id="672" r:id="rId424"/>
    <p:sldId id="673" r:id="rId425"/>
    <p:sldId id="674" r:id="rId426"/>
    <p:sldId id="675" r:id="rId427"/>
    <p:sldId id="676" r:id="rId428"/>
    <p:sldId id="677" r:id="rId429"/>
    <p:sldId id="678" r:id="rId430"/>
    <p:sldId id="679" r:id="rId431"/>
    <p:sldId id="680" r:id="rId432"/>
    <p:sldId id="681" r:id="rId433"/>
    <p:sldId id="682" r:id="rId434"/>
    <p:sldId id="683" r:id="rId435"/>
    <p:sldId id="684" r:id="rId436"/>
    <p:sldId id="685" r:id="rId437"/>
    <p:sldId id="686" r:id="rId438"/>
    <p:sldId id="687" r:id="rId439"/>
    <p:sldId id="688" r:id="rId440"/>
    <p:sldId id="689" r:id="rId441"/>
    <p:sldId id="690" r:id="rId442"/>
    <p:sldId id="691" r:id="rId443"/>
    <p:sldId id="692" r:id="rId444"/>
    <p:sldId id="693" r:id="rId445"/>
    <p:sldId id="694" r:id="rId446"/>
    <p:sldId id="695" r:id="rId447"/>
    <p:sldId id="696" r:id="rId448"/>
    <p:sldId id="697" r:id="rId449"/>
    <p:sldId id="698" r:id="rId450"/>
    <p:sldId id="699" r:id="rId451"/>
    <p:sldId id="700" r:id="rId452"/>
    <p:sldId id="701" r:id="rId453"/>
    <p:sldId id="702" r:id="rId454"/>
    <p:sldId id="703" r:id="rId455"/>
    <p:sldId id="704" r:id="rId456"/>
    <p:sldId id="705" r:id="rId457"/>
    <p:sldId id="706" r:id="rId458"/>
    <p:sldId id="707" r:id="rId459"/>
    <p:sldId id="708" r:id="rId460"/>
    <p:sldId id="709" r:id="rId461"/>
    <p:sldId id="710" r:id="rId462"/>
    <p:sldId id="711" r:id="rId463"/>
    <p:sldId id="712" r:id="rId464"/>
    <p:sldId id="713" r:id="rId465"/>
    <p:sldId id="714" r:id="rId466"/>
    <p:sldId id="715" r:id="rId467"/>
    <p:sldId id="716" r:id="rId468"/>
    <p:sldId id="717" r:id="rId469"/>
    <p:sldId id="718" r:id="rId470"/>
    <p:sldId id="719" r:id="rId471"/>
    <p:sldId id="720" r:id="rId472"/>
    <p:sldId id="721" r:id="rId473"/>
    <p:sldId id="722" r:id="rId474"/>
    <p:sldId id="723" r:id="rId475"/>
    <p:sldId id="724" r:id="rId476"/>
    <p:sldId id="725" r:id="rId477"/>
    <p:sldId id="726" r:id="rId478"/>
    <p:sldId id="727" r:id="rId479"/>
    <p:sldId id="728" r:id="rId480"/>
    <p:sldId id="729" r:id="rId481"/>
    <p:sldId id="730" r:id="rId482"/>
    <p:sldId id="731" r:id="rId483"/>
    <p:sldId id="732" r:id="rId484"/>
    <p:sldId id="733" r:id="rId485"/>
    <p:sldId id="734" r:id="rId486"/>
    <p:sldId id="735" r:id="rId487"/>
    <p:sldId id="736" r:id="rId488"/>
    <p:sldId id="737" r:id="rId489"/>
    <p:sldId id="738" r:id="rId490"/>
    <p:sldId id="739" r:id="rId491"/>
    <p:sldId id="740" r:id="rId492"/>
    <p:sldId id="741" r:id="rId493"/>
    <p:sldId id="742" r:id="rId494"/>
    <p:sldId id="743" r:id="rId495"/>
    <p:sldId id="744" r:id="rId496"/>
    <p:sldId id="745" r:id="rId497"/>
    <p:sldId id="746" r:id="rId498"/>
    <p:sldId id="747" r:id="rId499"/>
    <p:sldId id="748" r:id="rId500"/>
    <p:sldId id="749" r:id="rId501"/>
    <p:sldId id="750" r:id="rId502"/>
    <p:sldId id="751" r:id="rId503"/>
    <p:sldId id="752" r:id="rId504"/>
    <p:sldId id="753" r:id="rId505"/>
    <p:sldId id="754" r:id="rId506"/>
    <p:sldId id="755" r:id="rId507"/>
    <p:sldId id="756" r:id="rId508"/>
    <p:sldId id="757" r:id="rId509"/>
    <p:sldId id="758" r:id="rId510"/>
    <p:sldId id="759" r:id="rId511"/>
    <p:sldId id="760" r:id="rId512"/>
    <p:sldId id="761" r:id="rId513"/>
    <p:sldId id="762" r:id="rId514"/>
    <p:sldId id="763" r:id="rId515"/>
    <p:sldId id="764" r:id="rId516"/>
    <p:sldId id="765" r:id="rId517"/>
    <p:sldId id="766" r:id="rId518"/>
    <p:sldId id="767" r:id="rId519"/>
  </p:sldIdLst>
  <p:sldSz cx="13004800" cy="97536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1733930" rtl="0" fontAlgn="auto" latinLnBrk="0" hangingPunct="0">
      <a:lnSpc>
        <a:spcPct val="90000"/>
      </a:lnSpc>
      <a:spcBef>
        <a:spcPts val="3200"/>
      </a:spcBef>
      <a:spcAft>
        <a:spcPts val="0"/>
      </a:spcAft>
      <a:buClrTx/>
      <a:buSzTx/>
      <a:buFontTx/>
      <a:buNone/>
      <a:tabLst/>
      <a:defRPr b="0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l" defTabSz="1733930" rtl="0" fontAlgn="auto" latinLnBrk="0" hangingPunct="0">
      <a:lnSpc>
        <a:spcPct val="90000"/>
      </a:lnSpc>
      <a:spcBef>
        <a:spcPts val="3200"/>
      </a:spcBef>
      <a:spcAft>
        <a:spcPts val="0"/>
      </a:spcAft>
      <a:buClrTx/>
      <a:buSzTx/>
      <a:buFontTx/>
      <a:buNone/>
      <a:tabLst/>
      <a:defRPr b="0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l" defTabSz="1733930" rtl="0" fontAlgn="auto" latinLnBrk="0" hangingPunct="0">
      <a:lnSpc>
        <a:spcPct val="90000"/>
      </a:lnSpc>
      <a:spcBef>
        <a:spcPts val="3200"/>
      </a:spcBef>
      <a:spcAft>
        <a:spcPts val="0"/>
      </a:spcAft>
      <a:buClrTx/>
      <a:buSzTx/>
      <a:buFontTx/>
      <a:buNone/>
      <a:tabLst/>
      <a:defRPr b="0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l" defTabSz="1733930" rtl="0" fontAlgn="auto" latinLnBrk="0" hangingPunct="0">
      <a:lnSpc>
        <a:spcPct val="90000"/>
      </a:lnSpc>
      <a:spcBef>
        <a:spcPts val="3200"/>
      </a:spcBef>
      <a:spcAft>
        <a:spcPts val="0"/>
      </a:spcAft>
      <a:buClrTx/>
      <a:buSzTx/>
      <a:buFontTx/>
      <a:buNone/>
      <a:tabLst/>
      <a:defRPr b="0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l" defTabSz="1733930" rtl="0" fontAlgn="auto" latinLnBrk="0" hangingPunct="0">
      <a:lnSpc>
        <a:spcPct val="90000"/>
      </a:lnSpc>
      <a:spcBef>
        <a:spcPts val="3200"/>
      </a:spcBef>
      <a:spcAft>
        <a:spcPts val="0"/>
      </a:spcAft>
      <a:buClrTx/>
      <a:buSzTx/>
      <a:buFontTx/>
      <a:buNone/>
      <a:tabLst/>
      <a:defRPr b="0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l" defTabSz="1733930" rtl="0" fontAlgn="auto" latinLnBrk="0" hangingPunct="0">
      <a:lnSpc>
        <a:spcPct val="90000"/>
      </a:lnSpc>
      <a:spcBef>
        <a:spcPts val="3200"/>
      </a:spcBef>
      <a:spcAft>
        <a:spcPts val="0"/>
      </a:spcAft>
      <a:buClrTx/>
      <a:buSzTx/>
      <a:buFontTx/>
      <a:buNone/>
      <a:tabLst/>
      <a:defRPr b="0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l" defTabSz="1733930" rtl="0" fontAlgn="auto" latinLnBrk="0" hangingPunct="0">
      <a:lnSpc>
        <a:spcPct val="90000"/>
      </a:lnSpc>
      <a:spcBef>
        <a:spcPts val="3200"/>
      </a:spcBef>
      <a:spcAft>
        <a:spcPts val="0"/>
      </a:spcAft>
      <a:buClrTx/>
      <a:buSzTx/>
      <a:buFontTx/>
      <a:buNone/>
      <a:tabLst/>
      <a:defRPr b="0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l" defTabSz="1733930" rtl="0" fontAlgn="auto" latinLnBrk="0" hangingPunct="0">
      <a:lnSpc>
        <a:spcPct val="90000"/>
      </a:lnSpc>
      <a:spcBef>
        <a:spcPts val="3200"/>
      </a:spcBef>
      <a:spcAft>
        <a:spcPts val="0"/>
      </a:spcAft>
      <a:buClrTx/>
      <a:buSzTx/>
      <a:buFontTx/>
      <a:buNone/>
      <a:tabLst/>
      <a:defRPr b="0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l" defTabSz="1733930" rtl="0" fontAlgn="auto" latinLnBrk="0" hangingPunct="0">
      <a:lnSpc>
        <a:spcPct val="90000"/>
      </a:lnSpc>
      <a:spcBef>
        <a:spcPts val="3200"/>
      </a:spcBef>
      <a:spcAft>
        <a:spcPts val="0"/>
      </a:spcAft>
      <a:buClrTx/>
      <a:buSzTx/>
      <a:buFontTx/>
      <a:buNone/>
      <a:tabLst/>
      <a:defRPr b="0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254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254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254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Relationship Id="rId112" Type="http://schemas.openxmlformats.org/officeDocument/2006/relationships/slide" Target="slides/slide105.xml"/><Relationship Id="rId113" Type="http://schemas.openxmlformats.org/officeDocument/2006/relationships/slide" Target="slides/slide106.xml"/><Relationship Id="rId114" Type="http://schemas.openxmlformats.org/officeDocument/2006/relationships/slide" Target="slides/slide107.xml"/><Relationship Id="rId115" Type="http://schemas.openxmlformats.org/officeDocument/2006/relationships/slide" Target="slides/slide108.xml"/><Relationship Id="rId116" Type="http://schemas.openxmlformats.org/officeDocument/2006/relationships/slide" Target="slides/slide109.xml"/><Relationship Id="rId117" Type="http://schemas.openxmlformats.org/officeDocument/2006/relationships/slide" Target="slides/slide110.xml"/><Relationship Id="rId118" Type="http://schemas.openxmlformats.org/officeDocument/2006/relationships/slide" Target="slides/slide111.xml"/><Relationship Id="rId119" Type="http://schemas.openxmlformats.org/officeDocument/2006/relationships/slide" Target="slides/slide112.xml"/><Relationship Id="rId120" Type="http://schemas.openxmlformats.org/officeDocument/2006/relationships/slide" Target="slides/slide113.xml"/><Relationship Id="rId121" Type="http://schemas.openxmlformats.org/officeDocument/2006/relationships/slide" Target="slides/slide114.xml"/><Relationship Id="rId122" Type="http://schemas.openxmlformats.org/officeDocument/2006/relationships/slide" Target="slides/slide115.xml"/><Relationship Id="rId123" Type="http://schemas.openxmlformats.org/officeDocument/2006/relationships/slide" Target="slides/slide116.xml"/><Relationship Id="rId124" Type="http://schemas.openxmlformats.org/officeDocument/2006/relationships/slide" Target="slides/slide117.xml"/><Relationship Id="rId125" Type="http://schemas.openxmlformats.org/officeDocument/2006/relationships/slide" Target="slides/slide118.xml"/><Relationship Id="rId126" Type="http://schemas.openxmlformats.org/officeDocument/2006/relationships/slide" Target="slides/slide119.xml"/><Relationship Id="rId127" Type="http://schemas.openxmlformats.org/officeDocument/2006/relationships/slide" Target="slides/slide120.xml"/><Relationship Id="rId128" Type="http://schemas.openxmlformats.org/officeDocument/2006/relationships/slide" Target="slides/slide121.xml"/><Relationship Id="rId129" Type="http://schemas.openxmlformats.org/officeDocument/2006/relationships/slide" Target="slides/slide122.xml"/><Relationship Id="rId130" Type="http://schemas.openxmlformats.org/officeDocument/2006/relationships/slide" Target="slides/slide123.xml"/><Relationship Id="rId131" Type="http://schemas.openxmlformats.org/officeDocument/2006/relationships/slide" Target="slides/slide124.xml"/><Relationship Id="rId132" Type="http://schemas.openxmlformats.org/officeDocument/2006/relationships/slide" Target="slides/slide125.xml"/><Relationship Id="rId133" Type="http://schemas.openxmlformats.org/officeDocument/2006/relationships/slide" Target="slides/slide126.xml"/><Relationship Id="rId134" Type="http://schemas.openxmlformats.org/officeDocument/2006/relationships/slide" Target="slides/slide127.xml"/><Relationship Id="rId135" Type="http://schemas.openxmlformats.org/officeDocument/2006/relationships/slide" Target="slides/slide128.xml"/><Relationship Id="rId136" Type="http://schemas.openxmlformats.org/officeDocument/2006/relationships/slide" Target="slides/slide129.xml"/><Relationship Id="rId137" Type="http://schemas.openxmlformats.org/officeDocument/2006/relationships/slide" Target="slides/slide130.xml"/><Relationship Id="rId138" Type="http://schemas.openxmlformats.org/officeDocument/2006/relationships/slide" Target="slides/slide131.xml"/><Relationship Id="rId139" Type="http://schemas.openxmlformats.org/officeDocument/2006/relationships/slide" Target="slides/slide132.xml"/><Relationship Id="rId140" Type="http://schemas.openxmlformats.org/officeDocument/2006/relationships/slide" Target="slides/slide133.xml"/><Relationship Id="rId141" Type="http://schemas.openxmlformats.org/officeDocument/2006/relationships/slide" Target="slides/slide134.xml"/><Relationship Id="rId142" Type="http://schemas.openxmlformats.org/officeDocument/2006/relationships/slide" Target="slides/slide135.xml"/><Relationship Id="rId143" Type="http://schemas.openxmlformats.org/officeDocument/2006/relationships/slide" Target="slides/slide136.xml"/><Relationship Id="rId144" Type="http://schemas.openxmlformats.org/officeDocument/2006/relationships/slide" Target="slides/slide137.xml"/><Relationship Id="rId145" Type="http://schemas.openxmlformats.org/officeDocument/2006/relationships/slide" Target="slides/slide138.xml"/><Relationship Id="rId146" Type="http://schemas.openxmlformats.org/officeDocument/2006/relationships/slide" Target="slides/slide139.xml"/><Relationship Id="rId147" Type="http://schemas.openxmlformats.org/officeDocument/2006/relationships/slide" Target="slides/slide140.xml"/><Relationship Id="rId148" Type="http://schemas.openxmlformats.org/officeDocument/2006/relationships/slide" Target="slides/slide141.xml"/><Relationship Id="rId149" Type="http://schemas.openxmlformats.org/officeDocument/2006/relationships/slide" Target="slides/slide142.xml"/><Relationship Id="rId150" Type="http://schemas.openxmlformats.org/officeDocument/2006/relationships/slide" Target="slides/slide143.xml"/><Relationship Id="rId151" Type="http://schemas.openxmlformats.org/officeDocument/2006/relationships/slide" Target="slides/slide144.xml"/><Relationship Id="rId152" Type="http://schemas.openxmlformats.org/officeDocument/2006/relationships/slide" Target="slides/slide145.xml"/><Relationship Id="rId153" Type="http://schemas.openxmlformats.org/officeDocument/2006/relationships/slide" Target="slides/slide146.xml"/><Relationship Id="rId154" Type="http://schemas.openxmlformats.org/officeDocument/2006/relationships/slide" Target="slides/slide147.xml"/><Relationship Id="rId155" Type="http://schemas.openxmlformats.org/officeDocument/2006/relationships/slide" Target="slides/slide148.xml"/><Relationship Id="rId156" Type="http://schemas.openxmlformats.org/officeDocument/2006/relationships/slide" Target="slides/slide149.xml"/><Relationship Id="rId157" Type="http://schemas.openxmlformats.org/officeDocument/2006/relationships/slide" Target="slides/slide150.xml"/><Relationship Id="rId158" Type="http://schemas.openxmlformats.org/officeDocument/2006/relationships/slide" Target="slides/slide151.xml"/><Relationship Id="rId159" Type="http://schemas.openxmlformats.org/officeDocument/2006/relationships/slide" Target="slides/slide152.xml"/><Relationship Id="rId160" Type="http://schemas.openxmlformats.org/officeDocument/2006/relationships/slide" Target="slides/slide153.xml"/><Relationship Id="rId161" Type="http://schemas.openxmlformats.org/officeDocument/2006/relationships/slide" Target="slides/slide154.xml"/><Relationship Id="rId162" Type="http://schemas.openxmlformats.org/officeDocument/2006/relationships/slide" Target="slides/slide155.xml"/><Relationship Id="rId163" Type="http://schemas.openxmlformats.org/officeDocument/2006/relationships/slide" Target="slides/slide156.xml"/><Relationship Id="rId164" Type="http://schemas.openxmlformats.org/officeDocument/2006/relationships/slide" Target="slides/slide157.xml"/><Relationship Id="rId165" Type="http://schemas.openxmlformats.org/officeDocument/2006/relationships/slide" Target="slides/slide158.xml"/><Relationship Id="rId166" Type="http://schemas.openxmlformats.org/officeDocument/2006/relationships/slide" Target="slides/slide159.xml"/><Relationship Id="rId167" Type="http://schemas.openxmlformats.org/officeDocument/2006/relationships/slide" Target="slides/slide160.xml"/><Relationship Id="rId168" Type="http://schemas.openxmlformats.org/officeDocument/2006/relationships/slide" Target="slides/slide161.xml"/><Relationship Id="rId169" Type="http://schemas.openxmlformats.org/officeDocument/2006/relationships/slide" Target="slides/slide162.xml"/><Relationship Id="rId170" Type="http://schemas.openxmlformats.org/officeDocument/2006/relationships/slide" Target="slides/slide163.xml"/><Relationship Id="rId171" Type="http://schemas.openxmlformats.org/officeDocument/2006/relationships/slide" Target="slides/slide164.xml"/><Relationship Id="rId172" Type="http://schemas.openxmlformats.org/officeDocument/2006/relationships/slide" Target="slides/slide165.xml"/><Relationship Id="rId173" Type="http://schemas.openxmlformats.org/officeDocument/2006/relationships/slide" Target="slides/slide166.xml"/><Relationship Id="rId174" Type="http://schemas.openxmlformats.org/officeDocument/2006/relationships/slide" Target="slides/slide167.xml"/><Relationship Id="rId175" Type="http://schemas.openxmlformats.org/officeDocument/2006/relationships/slide" Target="slides/slide168.xml"/><Relationship Id="rId176" Type="http://schemas.openxmlformats.org/officeDocument/2006/relationships/slide" Target="slides/slide169.xml"/><Relationship Id="rId177" Type="http://schemas.openxmlformats.org/officeDocument/2006/relationships/slide" Target="slides/slide170.xml"/><Relationship Id="rId178" Type="http://schemas.openxmlformats.org/officeDocument/2006/relationships/slide" Target="slides/slide171.xml"/><Relationship Id="rId179" Type="http://schemas.openxmlformats.org/officeDocument/2006/relationships/slide" Target="slides/slide172.xml"/><Relationship Id="rId180" Type="http://schemas.openxmlformats.org/officeDocument/2006/relationships/slide" Target="slides/slide173.xml"/><Relationship Id="rId181" Type="http://schemas.openxmlformats.org/officeDocument/2006/relationships/slide" Target="slides/slide174.xml"/><Relationship Id="rId182" Type="http://schemas.openxmlformats.org/officeDocument/2006/relationships/slide" Target="slides/slide175.xml"/><Relationship Id="rId183" Type="http://schemas.openxmlformats.org/officeDocument/2006/relationships/slide" Target="slides/slide176.xml"/><Relationship Id="rId184" Type="http://schemas.openxmlformats.org/officeDocument/2006/relationships/slide" Target="slides/slide177.xml"/><Relationship Id="rId185" Type="http://schemas.openxmlformats.org/officeDocument/2006/relationships/slide" Target="slides/slide178.xml"/><Relationship Id="rId186" Type="http://schemas.openxmlformats.org/officeDocument/2006/relationships/slide" Target="slides/slide179.xml"/><Relationship Id="rId187" Type="http://schemas.openxmlformats.org/officeDocument/2006/relationships/slide" Target="slides/slide180.xml"/><Relationship Id="rId188" Type="http://schemas.openxmlformats.org/officeDocument/2006/relationships/slide" Target="slides/slide181.xml"/><Relationship Id="rId189" Type="http://schemas.openxmlformats.org/officeDocument/2006/relationships/slide" Target="slides/slide182.xml"/><Relationship Id="rId190" Type="http://schemas.openxmlformats.org/officeDocument/2006/relationships/slide" Target="slides/slide183.xml"/><Relationship Id="rId191" Type="http://schemas.openxmlformats.org/officeDocument/2006/relationships/slide" Target="slides/slide184.xml"/><Relationship Id="rId192" Type="http://schemas.openxmlformats.org/officeDocument/2006/relationships/slide" Target="slides/slide185.xml"/><Relationship Id="rId193" Type="http://schemas.openxmlformats.org/officeDocument/2006/relationships/slide" Target="slides/slide186.xml"/><Relationship Id="rId194" Type="http://schemas.openxmlformats.org/officeDocument/2006/relationships/slide" Target="slides/slide187.xml"/><Relationship Id="rId195" Type="http://schemas.openxmlformats.org/officeDocument/2006/relationships/slide" Target="slides/slide188.xml"/><Relationship Id="rId196" Type="http://schemas.openxmlformats.org/officeDocument/2006/relationships/slide" Target="slides/slide189.xml"/><Relationship Id="rId197" Type="http://schemas.openxmlformats.org/officeDocument/2006/relationships/slide" Target="slides/slide190.xml"/><Relationship Id="rId198" Type="http://schemas.openxmlformats.org/officeDocument/2006/relationships/slide" Target="slides/slide191.xml"/><Relationship Id="rId199" Type="http://schemas.openxmlformats.org/officeDocument/2006/relationships/slide" Target="slides/slide192.xml"/><Relationship Id="rId200" Type="http://schemas.openxmlformats.org/officeDocument/2006/relationships/slide" Target="slides/slide193.xml"/><Relationship Id="rId201" Type="http://schemas.openxmlformats.org/officeDocument/2006/relationships/slide" Target="slides/slide194.xml"/><Relationship Id="rId202" Type="http://schemas.openxmlformats.org/officeDocument/2006/relationships/slide" Target="slides/slide195.xml"/><Relationship Id="rId203" Type="http://schemas.openxmlformats.org/officeDocument/2006/relationships/slide" Target="slides/slide196.xml"/><Relationship Id="rId204" Type="http://schemas.openxmlformats.org/officeDocument/2006/relationships/slide" Target="slides/slide197.xml"/><Relationship Id="rId205" Type="http://schemas.openxmlformats.org/officeDocument/2006/relationships/slide" Target="slides/slide198.xml"/><Relationship Id="rId206" Type="http://schemas.openxmlformats.org/officeDocument/2006/relationships/slide" Target="slides/slide199.xml"/><Relationship Id="rId207" Type="http://schemas.openxmlformats.org/officeDocument/2006/relationships/slide" Target="slides/slide200.xml"/><Relationship Id="rId208" Type="http://schemas.openxmlformats.org/officeDocument/2006/relationships/slide" Target="slides/slide201.xml"/><Relationship Id="rId209" Type="http://schemas.openxmlformats.org/officeDocument/2006/relationships/slide" Target="slides/slide202.xml"/><Relationship Id="rId210" Type="http://schemas.openxmlformats.org/officeDocument/2006/relationships/slide" Target="slides/slide203.xml"/><Relationship Id="rId211" Type="http://schemas.openxmlformats.org/officeDocument/2006/relationships/slide" Target="slides/slide204.xml"/><Relationship Id="rId212" Type="http://schemas.openxmlformats.org/officeDocument/2006/relationships/slide" Target="slides/slide205.xml"/><Relationship Id="rId213" Type="http://schemas.openxmlformats.org/officeDocument/2006/relationships/slide" Target="slides/slide206.xml"/><Relationship Id="rId214" Type="http://schemas.openxmlformats.org/officeDocument/2006/relationships/slide" Target="slides/slide207.xml"/><Relationship Id="rId215" Type="http://schemas.openxmlformats.org/officeDocument/2006/relationships/slide" Target="slides/slide208.xml"/><Relationship Id="rId216" Type="http://schemas.openxmlformats.org/officeDocument/2006/relationships/slide" Target="slides/slide209.xml"/><Relationship Id="rId217" Type="http://schemas.openxmlformats.org/officeDocument/2006/relationships/slide" Target="slides/slide210.xml"/><Relationship Id="rId218" Type="http://schemas.openxmlformats.org/officeDocument/2006/relationships/slide" Target="slides/slide211.xml"/><Relationship Id="rId219" Type="http://schemas.openxmlformats.org/officeDocument/2006/relationships/slide" Target="slides/slide212.xml"/><Relationship Id="rId220" Type="http://schemas.openxmlformats.org/officeDocument/2006/relationships/slide" Target="slides/slide213.xml"/><Relationship Id="rId221" Type="http://schemas.openxmlformats.org/officeDocument/2006/relationships/slide" Target="slides/slide214.xml"/><Relationship Id="rId222" Type="http://schemas.openxmlformats.org/officeDocument/2006/relationships/slide" Target="slides/slide215.xml"/><Relationship Id="rId223" Type="http://schemas.openxmlformats.org/officeDocument/2006/relationships/slide" Target="slides/slide216.xml"/><Relationship Id="rId224" Type="http://schemas.openxmlformats.org/officeDocument/2006/relationships/slide" Target="slides/slide217.xml"/><Relationship Id="rId225" Type="http://schemas.openxmlformats.org/officeDocument/2006/relationships/slide" Target="slides/slide218.xml"/><Relationship Id="rId226" Type="http://schemas.openxmlformats.org/officeDocument/2006/relationships/slide" Target="slides/slide219.xml"/><Relationship Id="rId227" Type="http://schemas.openxmlformats.org/officeDocument/2006/relationships/slide" Target="slides/slide220.xml"/><Relationship Id="rId228" Type="http://schemas.openxmlformats.org/officeDocument/2006/relationships/slide" Target="slides/slide221.xml"/><Relationship Id="rId229" Type="http://schemas.openxmlformats.org/officeDocument/2006/relationships/slide" Target="slides/slide222.xml"/><Relationship Id="rId230" Type="http://schemas.openxmlformats.org/officeDocument/2006/relationships/slide" Target="slides/slide223.xml"/><Relationship Id="rId231" Type="http://schemas.openxmlformats.org/officeDocument/2006/relationships/slide" Target="slides/slide224.xml"/><Relationship Id="rId232" Type="http://schemas.openxmlformats.org/officeDocument/2006/relationships/slide" Target="slides/slide225.xml"/><Relationship Id="rId233" Type="http://schemas.openxmlformats.org/officeDocument/2006/relationships/slide" Target="slides/slide226.xml"/><Relationship Id="rId234" Type="http://schemas.openxmlformats.org/officeDocument/2006/relationships/slide" Target="slides/slide227.xml"/><Relationship Id="rId235" Type="http://schemas.openxmlformats.org/officeDocument/2006/relationships/slide" Target="slides/slide228.xml"/><Relationship Id="rId236" Type="http://schemas.openxmlformats.org/officeDocument/2006/relationships/slide" Target="slides/slide229.xml"/><Relationship Id="rId237" Type="http://schemas.openxmlformats.org/officeDocument/2006/relationships/slide" Target="slides/slide230.xml"/><Relationship Id="rId238" Type="http://schemas.openxmlformats.org/officeDocument/2006/relationships/slide" Target="slides/slide231.xml"/><Relationship Id="rId239" Type="http://schemas.openxmlformats.org/officeDocument/2006/relationships/slide" Target="slides/slide232.xml"/><Relationship Id="rId240" Type="http://schemas.openxmlformats.org/officeDocument/2006/relationships/slide" Target="slides/slide233.xml"/><Relationship Id="rId241" Type="http://schemas.openxmlformats.org/officeDocument/2006/relationships/slide" Target="slides/slide234.xml"/><Relationship Id="rId242" Type="http://schemas.openxmlformats.org/officeDocument/2006/relationships/slide" Target="slides/slide235.xml"/><Relationship Id="rId243" Type="http://schemas.openxmlformats.org/officeDocument/2006/relationships/slide" Target="slides/slide236.xml"/><Relationship Id="rId244" Type="http://schemas.openxmlformats.org/officeDocument/2006/relationships/slide" Target="slides/slide237.xml"/><Relationship Id="rId245" Type="http://schemas.openxmlformats.org/officeDocument/2006/relationships/slide" Target="slides/slide238.xml"/><Relationship Id="rId246" Type="http://schemas.openxmlformats.org/officeDocument/2006/relationships/slide" Target="slides/slide239.xml"/><Relationship Id="rId247" Type="http://schemas.openxmlformats.org/officeDocument/2006/relationships/slide" Target="slides/slide240.xml"/><Relationship Id="rId248" Type="http://schemas.openxmlformats.org/officeDocument/2006/relationships/slide" Target="slides/slide241.xml"/><Relationship Id="rId249" Type="http://schemas.openxmlformats.org/officeDocument/2006/relationships/slide" Target="slides/slide242.xml"/><Relationship Id="rId250" Type="http://schemas.openxmlformats.org/officeDocument/2006/relationships/slide" Target="slides/slide243.xml"/><Relationship Id="rId251" Type="http://schemas.openxmlformats.org/officeDocument/2006/relationships/slide" Target="slides/slide244.xml"/><Relationship Id="rId252" Type="http://schemas.openxmlformats.org/officeDocument/2006/relationships/slide" Target="slides/slide245.xml"/><Relationship Id="rId253" Type="http://schemas.openxmlformats.org/officeDocument/2006/relationships/slide" Target="slides/slide246.xml"/><Relationship Id="rId254" Type="http://schemas.openxmlformats.org/officeDocument/2006/relationships/slide" Target="slides/slide247.xml"/><Relationship Id="rId255" Type="http://schemas.openxmlformats.org/officeDocument/2006/relationships/slide" Target="slides/slide248.xml"/><Relationship Id="rId256" Type="http://schemas.openxmlformats.org/officeDocument/2006/relationships/slide" Target="slides/slide249.xml"/><Relationship Id="rId257" Type="http://schemas.openxmlformats.org/officeDocument/2006/relationships/slide" Target="slides/slide250.xml"/><Relationship Id="rId258" Type="http://schemas.openxmlformats.org/officeDocument/2006/relationships/slide" Target="slides/slide251.xml"/><Relationship Id="rId259" Type="http://schemas.openxmlformats.org/officeDocument/2006/relationships/slide" Target="slides/slide252.xml"/><Relationship Id="rId260" Type="http://schemas.openxmlformats.org/officeDocument/2006/relationships/slide" Target="slides/slide253.xml"/><Relationship Id="rId261" Type="http://schemas.openxmlformats.org/officeDocument/2006/relationships/slide" Target="slides/slide254.xml"/><Relationship Id="rId262" Type="http://schemas.openxmlformats.org/officeDocument/2006/relationships/slide" Target="slides/slide255.xml"/><Relationship Id="rId263" Type="http://schemas.openxmlformats.org/officeDocument/2006/relationships/slide" Target="slides/slide256.xml"/><Relationship Id="rId264" Type="http://schemas.openxmlformats.org/officeDocument/2006/relationships/slide" Target="slides/slide257.xml"/><Relationship Id="rId265" Type="http://schemas.openxmlformats.org/officeDocument/2006/relationships/slide" Target="slides/slide258.xml"/><Relationship Id="rId266" Type="http://schemas.openxmlformats.org/officeDocument/2006/relationships/slide" Target="slides/slide259.xml"/><Relationship Id="rId267" Type="http://schemas.openxmlformats.org/officeDocument/2006/relationships/slide" Target="slides/slide260.xml"/><Relationship Id="rId268" Type="http://schemas.openxmlformats.org/officeDocument/2006/relationships/slide" Target="slides/slide261.xml"/><Relationship Id="rId269" Type="http://schemas.openxmlformats.org/officeDocument/2006/relationships/slide" Target="slides/slide262.xml"/><Relationship Id="rId270" Type="http://schemas.openxmlformats.org/officeDocument/2006/relationships/slide" Target="slides/slide263.xml"/><Relationship Id="rId271" Type="http://schemas.openxmlformats.org/officeDocument/2006/relationships/slide" Target="slides/slide264.xml"/><Relationship Id="rId272" Type="http://schemas.openxmlformats.org/officeDocument/2006/relationships/slide" Target="slides/slide265.xml"/><Relationship Id="rId273" Type="http://schemas.openxmlformats.org/officeDocument/2006/relationships/slide" Target="slides/slide266.xml"/><Relationship Id="rId274" Type="http://schemas.openxmlformats.org/officeDocument/2006/relationships/slide" Target="slides/slide267.xml"/><Relationship Id="rId275" Type="http://schemas.openxmlformats.org/officeDocument/2006/relationships/slide" Target="slides/slide268.xml"/><Relationship Id="rId276" Type="http://schemas.openxmlformats.org/officeDocument/2006/relationships/slide" Target="slides/slide269.xml"/><Relationship Id="rId277" Type="http://schemas.openxmlformats.org/officeDocument/2006/relationships/slide" Target="slides/slide270.xml"/><Relationship Id="rId278" Type="http://schemas.openxmlformats.org/officeDocument/2006/relationships/slide" Target="slides/slide271.xml"/><Relationship Id="rId279" Type="http://schemas.openxmlformats.org/officeDocument/2006/relationships/slide" Target="slides/slide272.xml"/><Relationship Id="rId280" Type="http://schemas.openxmlformats.org/officeDocument/2006/relationships/slide" Target="slides/slide273.xml"/><Relationship Id="rId281" Type="http://schemas.openxmlformats.org/officeDocument/2006/relationships/slide" Target="slides/slide274.xml"/><Relationship Id="rId282" Type="http://schemas.openxmlformats.org/officeDocument/2006/relationships/slide" Target="slides/slide275.xml"/><Relationship Id="rId283" Type="http://schemas.openxmlformats.org/officeDocument/2006/relationships/slide" Target="slides/slide276.xml"/><Relationship Id="rId284" Type="http://schemas.openxmlformats.org/officeDocument/2006/relationships/slide" Target="slides/slide277.xml"/><Relationship Id="rId285" Type="http://schemas.openxmlformats.org/officeDocument/2006/relationships/slide" Target="slides/slide278.xml"/><Relationship Id="rId286" Type="http://schemas.openxmlformats.org/officeDocument/2006/relationships/slide" Target="slides/slide279.xml"/><Relationship Id="rId287" Type="http://schemas.openxmlformats.org/officeDocument/2006/relationships/slide" Target="slides/slide280.xml"/><Relationship Id="rId288" Type="http://schemas.openxmlformats.org/officeDocument/2006/relationships/slide" Target="slides/slide281.xml"/><Relationship Id="rId289" Type="http://schemas.openxmlformats.org/officeDocument/2006/relationships/slide" Target="slides/slide282.xml"/><Relationship Id="rId290" Type="http://schemas.openxmlformats.org/officeDocument/2006/relationships/slide" Target="slides/slide283.xml"/><Relationship Id="rId291" Type="http://schemas.openxmlformats.org/officeDocument/2006/relationships/slide" Target="slides/slide284.xml"/><Relationship Id="rId292" Type="http://schemas.openxmlformats.org/officeDocument/2006/relationships/slide" Target="slides/slide285.xml"/><Relationship Id="rId293" Type="http://schemas.openxmlformats.org/officeDocument/2006/relationships/slide" Target="slides/slide286.xml"/><Relationship Id="rId294" Type="http://schemas.openxmlformats.org/officeDocument/2006/relationships/slide" Target="slides/slide287.xml"/><Relationship Id="rId295" Type="http://schemas.openxmlformats.org/officeDocument/2006/relationships/slide" Target="slides/slide288.xml"/><Relationship Id="rId296" Type="http://schemas.openxmlformats.org/officeDocument/2006/relationships/slide" Target="slides/slide289.xml"/><Relationship Id="rId297" Type="http://schemas.openxmlformats.org/officeDocument/2006/relationships/slide" Target="slides/slide290.xml"/><Relationship Id="rId298" Type="http://schemas.openxmlformats.org/officeDocument/2006/relationships/slide" Target="slides/slide291.xml"/><Relationship Id="rId299" Type="http://schemas.openxmlformats.org/officeDocument/2006/relationships/slide" Target="slides/slide292.xml"/><Relationship Id="rId300" Type="http://schemas.openxmlformats.org/officeDocument/2006/relationships/slide" Target="slides/slide293.xml"/><Relationship Id="rId301" Type="http://schemas.openxmlformats.org/officeDocument/2006/relationships/slide" Target="slides/slide294.xml"/><Relationship Id="rId302" Type="http://schemas.openxmlformats.org/officeDocument/2006/relationships/slide" Target="slides/slide295.xml"/><Relationship Id="rId303" Type="http://schemas.openxmlformats.org/officeDocument/2006/relationships/slide" Target="slides/slide296.xml"/><Relationship Id="rId304" Type="http://schemas.openxmlformats.org/officeDocument/2006/relationships/slide" Target="slides/slide297.xml"/><Relationship Id="rId305" Type="http://schemas.openxmlformats.org/officeDocument/2006/relationships/slide" Target="slides/slide298.xml"/><Relationship Id="rId306" Type="http://schemas.openxmlformats.org/officeDocument/2006/relationships/slide" Target="slides/slide299.xml"/><Relationship Id="rId307" Type="http://schemas.openxmlformats.org/officeDocument/2006/relationships/slide" Target="slides/slide300.xml"/><Relationship Id="rId308" Type="http://schemas.openxmlformats.org/officeDocument/2006/relationships/slide" Target="slides/slide301.xml"/><Relationship Id="rId309" Type="http://schemas.openxmlformats.org/officeDocument/2006/relationships/slide" Target="slides/slide302.xml"/><Relationship Id="rId310" Type="http://schemas.openxmlformats.org/officeDocument/2006/relationships/slide" Target="slides/slide303.xml"/><Relationship Id="rId311" Type="http://schemas.openxmlformats.org/officeDocument/2006/relationships/slide" Target="slides/slide304.xml"/><Relationship Id="rId312" Type="http://schemas.openxmlformats.org/officeDocument/2006/relationships/slide" Target="slides/slide305.xml"/><Relationship Id="rId313" Type="http://schemas.openxmlformats.org/officeDocument/2006/relationships/slide" Target="slides/slide306.xml"/><Relationship Id="rId314" Type="http://schemas.openxmlformats.org/officeDocument/2006/relationships/slide" Target="slides/slide307.xml"/><Relationship Id="rId315" Type="http://schemas.openxmlformats.org/officeDocument/2006/relationships/slide" Target="slides/slide308.xml"/><Relationship Id="rId316" Type="http://schemas.openxmlformats.org/officeDocument/2006/relationships/slide" Target="slides/slide309.xml"/><Relationship Id="rId317" Type="http://schemas.openxmlformats.org/officeDocument/2006/relationships/slide" Target="slides/slide310.xml"/><Relationship Id="rId318" Type="http://schemas.openxmlformats.org/officeDocument/2006/relationships/slide" Target="slides/slide311.xml"/><Relationship Id="rId319" Type="http://schemas.openxmlformats.org/officeDocument/2006/relationships/slide" Target="slides/slide312.xml"/><Relationship Id="rId320" Type="http://schemas.openxmlformats.org/officeDocument/2006/relationships/slide" Target="slides/slide313.xml"/><Relationship Id="rId321" Type="http://schemas.openxmlformats.org/officeDocument/2006/relationships/slide" Target="slides/slide314.xml"/><Relationship Id="rId322" Type="http://schemas.openxmlformats.org/officeDocument/2006/relationships/slide" Target="slides/slide315.xml"/><Relationship Id="rId323" Type="http://schemas.openxmlformats.org/officeDocument/2006/relationships/slide" Target="slides/slide316.xml"/><Relationship Id="rId324" Type="http://schemas.openxmlformats.org/officeDocument/2006/relationships/slide" Target="slides/slide317.xml"/><Relationship Id="rId325" Type="http://schemas.openxmlformats.org/officeDocument/2006/relationships/slide" Target="slides/slide318.xml"/><Relationship Id="rId326" Type="http://schemas.openxmlformats.org/officeDocument/2006/relationships/slide" Target="slides/slide319.xml"/><Relationship Id="rId327" Type="http://schemas.openxmlformats.org/officeDocument/2006/relationships/slide" Target="slides/slide320.xml"/><Relationship Id="rId328" Type="http://schemas.openxmlformats.org/officeDocument/2006/relationships/slide" Target="slides/slide321.xml"/><Relationship Id="rId329" Type="http://schemas.openxmlformats.org/officeDocument/2006/relationships/slide" Target="slides/slide322.xml"/><Relationship Id="rId330" Type="http://schemas.openxmlformats.org/officeDocument/2006/relationships/slide" Target="slides/slide323.xml"/><Relationship Id="rId331" Type="http://schemas.openxmlformats.org/officeDocument/2006/relationships/slide" Target="slides/slide324.xml"/><Relationship Id="rId332" Type="http://schemas.openxmlformats.org/officeDocument/2006/relationships/slide" Target="slides/slide325.xml"/><Relationship Id="rId333" Type="http://schemas.openxmlformats.org/officeDocument/2006/relationships/slide" Target="slides/slide326.xml"/><Relationship Id="rId334" Type="http://schemas.openxmlformats.org/officeDocument/2006/relationships/slide" Target="slides/slide327.xml"/><Relationship Id="rId335" Type="http://schemas.openxmlformats.org/officeDocument/2006/relationships/slide" Target="slides/slide328.xml"/><Relationship Id="rId336" Type="http://schemas.openxmlformats.org/officeDocument/2006/relationships/slide" Target="slides/slide329.xml"/><Relationship Id="rId337" Type="http://schemas.openxmlformats.org/officeDocument/2006/relationships/slide" Target="slides/slide330.xml"/><Relationship Id="rId338" Type="http://schemas.openxmlformats.org/officeDocument/2006/relationships/slide" Target="slides/slide331.xml"/><Relationship Id="rId339" Type="http://schemas.openxmlformats.org/officeDocument/2006/relationships/slide" Target="slides/slide332.xml"/><Relationship Id="rId340" Type="http://schemas.openxmlformats.org/officeDocument/2006/relationships/slide" Target="slides/slide333.xml"/><Relationship Id="rId341" Type="http://schemas.openxmlformats.org/officeDocument/2006/relationships/slide" Target="slides/slide334.xml"/><Relationship Id="rId342" Type="http://schemas.openxmlformats.org/officeDocument/2006/relationships/slide" Target="slides/slide335.xml"/><Relationship Id="rId343" Type="http://schemas.openxmlformats.org/officeDocument/2006/relationships/slide" Target="slides/slide336.xml"/><Relationship Id="rId344" Type="http://schemas.openxmlformats.org/officeDocument/2006/relationships/slide" Target="slides/slide337.xml"/><Relationship Id="rId345" Type="http://schemas.openxmlformats.org/officeDocument/2006/relationships/slide" Target="slides/slide338.xml"/><Relationship Id="rId346" Type="http://schemas.openxmlformats.org/officeDocument/2006/relationships/slide" Target="slides/slide339.xml"/><Relationship Id="rId347" Type="http://schemas.openxmlformats.org/officeDocument/2006/relationships/slide" Target="slides/slide340.xml"/><Relationship Id="rId348" Type="http://schemas.openxmlformats.org/officeDocument/2006/relationships/slide" Target="slides/slide341.xml"/><Relationship Id="rId349" Type="http://schemas.openxmlformats.org/officeDocument/2006/relationships/slide" Target="slides/slide342.xml"/><Relationship Id="rId350" Type="http://schemas.openxmlformats.org/officeDocument/2006/relationships/slide" Target="slides/slide343.xml"/><Relationship Id="rId351" Type="http://schemas.openxmlformats.org/officeDocument/2006/relationships/slide" Target="slides/slide344.xml"/><Relationship Id="rId352" Type="http://schemas.openxmlformats.org/officeDocument/2006/relationships/slide" Target="slides/slide345.xml"/><Relationship Id="rId353" Type="http://schemas.openxmlformats.org/officeDocument/2006/relationships/slide" Target="slides/slide346.xml"/><Relationship Id="rId354" Type="http://schemas.openxmlformats.org/officeDocument/2006/relationships/slide" Target="slides/slide347.xml"/><Relationship Id="rId355" Type="http://schemas.openxmlformats.org/officeDocument/2006/relationships/slide" Target="slides/slide348.xml"/><Relationship Id="rId356" Type="http://schemas.openxmlformats.org/officeDocument/2006/relationships/slide" Target="slides/slide349.xml"/><Relationship Id="rId357" Type="http://schemas.openxmlformats.org/officeDocument/2006/relationships/slide" Target="slides/slide350.xml"/><Relationship Id="rId358" Type="http://schemas.openxmlformats.org/officeDocument/2006/relationships/slide" Target="slides/slide351.xml"/><Relationship Id="rId359" Type="http://schemas.openxmlformats.org/officeDocument/2006/relationships/slide" Target="slides/slide352.xml"/><Relationship Id="rId360" Type="http://schemas.openxmlformats.org/officeDocument/2006/relationships/slide" Target="slides/slide353.xml"/><Relationship Id="rId361" Type="http://schemas.openxmlformats.org/officeDocument/2006/relationships/slide" Target="slides/slide354.xml"/><Relationship Id="rId362" Type="http://schemas.openxmlformats.org/officeDocument/2006/relationships/slide" Target="slides/slide355.xml"/><Relationship Id="rId363" Type="http://schemas.openxmlformats.org/officeDocument/2006/relationships/slide" Target="slides/slide356.xml"/><Relationship Id="rId364" Type="http://schemas.openxmlformats.org/officeDocument/2006/relationships/slide" Target="slides/slide357.xml"/><Relationship Id="rId365" Type="http://schemas.openxmlformats.org/officeDocument/2006/relationships/slide" Target="slides/slide358.xml"/><Relationship Id="rId366" Type="http://schemas.openxmlformats.org/officeDocument/2006/relationships/slide" Target="slides/slide359.xml"/><Relationship Id="rId367" Type="http://schemas.openxmlformats.org/officeDocument/2006/relationships/slide" Target="slides/slide360.xml"/><Relationship Id="rId368" Type="http://schemas.openxmlformats.org/officeDocument/2006/relationships/slide" Target="slides/slide361.xml"/><Relationship Id="rId369" Type="http://schemas.openxmlformats.org/officeDocument/2006/relationships/slide" Target="slides/slide362.xml"/><Relationship Id="rId370" Type="http://schemas.openxmlformats.org/officeDocument/2006/relationships/slide" Target="slides/slide363.xml"/><Relationship Id="rId371" Type="http://schemas.openxmlformats.org/officeDocument/2006/relationships/slide" Target="slides/slide364.xml"/><Relationship Id="rId372" Type="http://schemas.openxmlformats.org/officeDocument/2006/relationships/slide" Target="slides/slide365.xml"/><Relationship Id="rId373" Type="http://schemas.openxmlformats.org/officeDocument/2006/relationships/slide" Target="slides/slide366.xml"/><Relationship Id="rId374" Type="http://schemas.openxmlformats.org/officeDocument/2006/relationships/slide" Target="slides/slide367.xml"/><Relationship Id="rId375" Type="http://schemas.openxmlformats.org/officeDocument/2006/relationships/slide" Target="slides/slide368.xml"/><Relationship Id="rId376" Type="http://schemas.openxmlformats.org/officeDocument/2006/relationships/slide" Target="slides/slide369.xml"/><Relationship Id="rId377" Type="http://schemas.openxmlformats.org/officeDocument/2006/relationships/slide" Target="slides/slide370.xml"/><Relationship Id="rId378" Type="http://schemas.openxmlformats.org/officeDocument/2006/relationships/slide" Target="slides/slide371.xml"/><Relationship Id="rId379" Type="http://schemas.openxmlformats.org/officeDocument/2006/relationships/slide" Target="slides/slide372.xml"/><Relationship Id="rId380" Type="http://schemas.openxmlformats.org/officeDocument/2006/relationships/slide" Target="slides/slide373.xml"/><Relationship Id="rId381" Type="http://schemas.openxmlformats.org/officeDocument/2006/relationships/slide" Target="slides/slide374.xml"/><Relationship Id="rId382" Type="http://schemas.openxmlformats.org/officeDocument/2006/relationships/slide" Target="slides/slide375.xml"/><Relationship Id="rId383" Type="http://schemas.openxmlformats.org/officeDocument/2006/relationships/slide" Target="slides/slide376.xml"/><Relationship Id="rId384" Type="http://schemas.openxmlformats.org/officeDocument/2006/relationships/slide" Target="slides/slide377.xml"/><Relationship Id="rId385" Type="http://schemas.openxmlformats.org/officeDocument/2006/relationships/slide" Target="slides/slide378.xml"/><Relationship Id="rId386" Type="http://schemas.openxmlformats.org/officeDocument/2006/relationships/slide" Target="slides/slide379.xml"/><Relationship Id="rId387" Type="http://schemas.openxmlformats.org/officeDocument/2006/relationships/slide" Target="slides/slide380.xml"/><Relationship Id="rId388" Type="http://schemas.openxmlformats.org/officeDocument/2006/relationships/slide" Target="slides/slide381.xml"/><Relationship Id="rId389" Type="http://schemas.openxmlformats.org/officeDocument/2006/relationships/slide" Target="slides/slide382.xml"/><Relationship Id="rId390" Type="http://schemas.openxmlformats.org/officeDocument/2006/relationships/slide" Target="slides/slide383.xml"/><Relationship Id="rId391" Type="http://schemas.openxmlformats.org/officeDocument/2006/relationships/slide" Target="slides/slide384.xml"/><Relationship Id="rId392" Type="http://schemas.openxmlformats.org/officeDocument/2006/relationships/slide" Target="slides/slide385.xml"/><Relationship Id="rId393" Type="http://schemas.openxmlformats.org/officeDocument/2006/relationships/slide" Target="slides/slide386.xml"/><Relationship Id="rId394" Type="http://schemas.openxmlformats.org/officeDocument/2006/relationships/slide" Target="slides/slide387.xml"/><Relationship Id="rId395" Type="http://schemas.openxmlformats.org/officeDocument/2006/relationships/slide" Target="slides/slide388.xml"/><Relationship Id="rId396" Type="http://schemas.openxmlformats.org/officeDocument/2006/relationships/slide" Target="slides/slide389.xml"/><Relationship Id="rId397" Type="http://schemas.openxmlformats.org/officeDocument/2006/relationships/slide" Target="slides/slide390.xml"/><Relationship Id="rId398" Type="http://schemas.openxmlformats.org/officeDocument/2006/relationships/slide" Target="slides/slide391.xml"/><Relationship Id="rId399" Type="http://schemas.openxmlformats.org/officeDocument/2006/relationships/slide" Target="slides/slide392.xml"/><Relationship Id="rId400" Type="http://schemas.openxmlformats.org/officeDocument/2006/relationships/slide" Target="slides/slide393.xml"/><Relationship Id="rId401" Type="http://schemas.openxmlformats.org/officeDocument/2006/relationships/slide" Target="slides/slide394.xml"/><Relationship Id="rId402" Type="http://schemas.openxmlformats.org/officeDocument/2006/relationships/slide" Target="slides/slide395.xml"/><Relationship Id="rId403" Type="http://schemas.openxmlformats.org/officeDocument/2006/relationships/slide" Target="slides/slide396.xml"/><Relationship Id="rId404" Type="http://schemas.openxmlformats.org/officeDocument/2006/relationships/slide" Target="slides/slide397.xml"/><Relationship Id="rId405" Type="http://schemas.openxmlformats.org/officeDocument/2006/relationships/slide" Target="slides/slide398.xml"/><Relationship Id="rId406" Type="http://schemas.openxmlformats.org/officeDocument/2006/relationships/slide" Target="slides/slide399.xml"/><Relationship Id="rId407" Type="http://schemas.openxmlformats.org/officeDocument/2006/relationships/slide" Target="slides/slide400.xml"/><Relationship Id="rId408" Type="http://schemas.openxmlformats.org/officeDocument/2006/relationships/slide" Target="slides/slide401.xml"/><Relationship Id="rId409" Type="http://schemas.openxmlformats.org/officeDocument/2006/relationships/slide" Target="slides/slide402.xml"/><Relationship Id="rId410" Type="http://schemas.openxmlformats.org/officeDocument/2006/relationships/slide" Target="slides/slide403.xml"/><Relationship Id="rId411" Type="http://schemas.openxmlformats.org/officeDocument/2006/relationships/slide" Target="slides/slide404.xml"/><Relationship Id="rId412" Type="http://schemas.openxmlformats.org/officeDocument/2006/relationships/slide" Target="slides/slide405.xml"/><Relationship Id="rId413" Type="http://schemas.openxmlformats.org/officeDocument/2006/relationships/slide" Target="slides/slide406.xml"/><Relationship Id="rId414" Type="http://schemas.openxmlformats.org/officeDocument/2006/relationships/slide" Target="slides/slide407.xml"/><Relationship Id="rId415" Type="http://schemas.openxmlformats.org/officeDocument/2006/relationships/slide" Target="slides/slide408.xml"/><Relationship Id="rId416" Type="http://schemas.openxmlformats.org/officeDocument/2006/relationships/slide" Target="slides/slide409.xml"/><Relationship Id="rId417" Type="http://schemas.openxmlformats.org/officeDocument/2006/relationships/slide" Target="slides/slide410.xml"/><Relationship Id="rId418" Type="http://schemas.openxmlformats.org/officeDocument/2006/relationships/slide" Target="slides/slide411.xml"/><Relationship Id="rId419" Type="http://schemas.openxmlformats.org/officeDocument/2006/relationships/slide" Target="slides/slide412.xml"/><Relationship Id="rId420" Type="http://schemas.openxmlformats.org/officeDocument/2006/relationships/slide" Target="slides/slide413.xml"/><Relationship Id="rId421" Type="http://schemas.openxmlformats.org/officeDocument/2006/relationships/slide" Target="slides/slide414.xml"/><Relationship Id="rId422" Type="http://schemas.openxmlformats.org/officeDocument/2006/relationships/slide" Target="slides/slide415.xml"/><Relationship Id="rId423" Type="http://schemas.openxmlformats.org/officeDocument/2006/relationships/slide" Target="slides/slide416.xml"/><Relationship Id="rId424" Type="http://schemas.openxmlformats.org/officeDocument/2006/relationships/slide" Target="slides/slide417.xml"/><Relationship Id="rId425" Type="http://schemas.openxmlformats.org/officeDocument/2006/relationships/slide" Target="slides/slide418.xml"/><Relationship Id="rId426" Type="http://schemas.openxmlformats.org/officeDocument/2006/relationships/slide" Target="slides/slide419.xml"/><Relationship Id="rId427" Type="http://schemas.openxmlformats.org/officeDocument/2006/relationships/slide" Target="slides/slide420.xml"/><Relationship Id="rId428" Type="http://schemas.openxmlformats.org/officeDocument/2006/relationships/slide" Target="slides/slide421.xml"/><Relationship Id="rId429" Type="http://schemas.openxmlformats.org/officeDocument/2006/relationships/slide" Target="slides/slide422.xml"/><Relationship Id="rId430" Type="http://schemas.openxmlformats.org/officeDocument/2006/relationships/slide" Target="slides/slide423.xml"/><Relationship Id="rId431" Type="http://schemas.openxmlformats.org/officeDocument/2006/relationships/slide" Target="slides/slide424.xml"/><Relationship Id="rId432" Type="http://schemas.openxmlformats.org/officeDocument/2006/relationships/slide" Target="slides/slide425.xml"/><Relationship Id="rId433" Type="http://schemas.openxmlformats.org/officeDocument/2006/relationships/slide" Target="slides/slide426.xml"/><Relationship Id="rId434" Type="http://schemas.openxmlformats.org/officeDocument/2006/relationships/slide" Target="slides/slide427.xml"/><Relationship Id="rId435" Type="http://schemas.openxmlformats.org/officeDocument/2006/relationships/slide" Target="slides/slide428.xml"/><Relationship Id="rId436" Type="http://schemas.openxmlformats.org/officeDocument/2006/relationships/slide" Target="slides/slide429.xml"/><Relationship Id="rId437" Type="http://schemas.openxmlformats.org/officeDocument/2006/relationships/slide" Target="slides/slide430.xml"/><Relationship Id="rId438" Type="http://schemas.openxmlformats.org/officeDocument/2006/relationships/slide" Target="slides/slide431.xml"/><Relationship Id="rId439" Type="http://schemas.openxmlformats.org/officeDocument/2006/relationships/slide" Target="slides/slide432.xml"/><Relationship Id="rId440" Type="http://schemas.openxmlformats.org/officeDocument/2006/relationships/slide" Target="slides/slide433.xml"/><Relationship Id="rId441" Type="http://schemas.openxmlformats.org/officeDocument/2006/relationships/slide" Target="slides/slide434.xml"/><Relationship Id="rId442" Type="http://schemas.openxmlformats.org/officeDocument/2006/relationships/slide" Target="slides/slide435.xml"/><Relationship Id="rId443" Type="http://schemas.openxmlformats.org/officeDocument/2006/relationships/slide" Target="slides/slide436.xml"/><Relationship Id="rId444" Type="http://schemas.openxmlformats.org/officeDocument/2006/relationships/slide" Target="slides/slide437.xml"/><Relationship Id="rId445" Type="http://schemas.openxmlformats.org/officeDocument/2006/relationships/slide" Target="slides/slide438.xml"/><Relationship Id="rId446" Type="http://schemas.openxmlformats.org/officeDocument/2006/relationships/slide" Target="slides/slide439.xml"/><Relationship Id="rId447" Type="http://schemas.openxmlformats.org/officeDocument/2006/relationships/slide" Target="slides/slide440.xml"/><Relationship Id="rId448" Type="http://schemas.openxmlformats.org/officeDocument/2006/relationships/slide" Target="slides/slide441.xml"/><Relationship Id="rId449" Type="http://schemas.openxmlformats.org/officeDocument/2006/relationships/slide" Target="slides/slide442.xml"/><Relationship Id="rId450" Type="http://schemas.openxmlformats.org/officeDocument/2006/relationships/slide" Target="slides/slide443.xml"/><Relationship Id="rId451" Type="http://schemas.openxmlformats.org/officeDocument/2006/relationships/slide" Target="slides/slide444.xml"/><Relationship Id="rId452" Type="http://schemas.openxmlformats.org/officeDocument/2006/relationships/slide" Target="slides/slide445.xml"/><Relationship Id="rId453" Type="http://schemas.openxmlformats.org/officeDocument/2006/relationships/slide" Target="slides/slide446.xml"/><Relationship Id="rId454" Type="http://schemas.openxmlformats.org/officeDocument/2006/relationships/slide" Target="slides/slide447.xml"/><Relationship Id="rId455" Type="http://schemas.openxmlformats.org/officeDocument/2006/relationships/slide" Target="slides/slide448.xml"/><Relationship Id="rId456" Type="http://schemas.openxmlformats.org/officeDocument/2006/relationships/slide" Target="slides/slide449.xml"/><Relationship Id="rId457" Type="http://schemas.openxmlformats.org/officeDocument/2006/relationships/slide" Target="slides/slide450.xml"/><Relationship Id="rId458" Type="http://schemas.openxmlformats.org/officeDocument/2006/relationships/slide" Target="slides/slide451.xml"/><Relationship Id="rId459" Type="http://schemas.openxmlformats.org/officeDocument/2006/relationships/slide" Target="slides/slide452.xml"/><Relationship Id="rId460" Type="http://schemas.openxmlformats.org/officeDocument/2006/relationships/slide" Target="slides/slide453.xml"/><Relationship Id="rId461" Type="http://schemas.openxmlformats.org/officeDocument/2006/relationships/slide" Target="slides/slide454.xml"/><Relationship Id="rId462" Type="http://schemas.openxmlformats.org/officeDocument/2006/relationships/slide" Target="slides/slide455.xml"/><Relationship Id="rId463" Type="http://schemas.openxmlformats.org/officeDocument/2006/relationships/slide" Target="slides/slide456.xml"/><Relationship Id="rId464" Type="http://schemas.openxmlformats.org/officeDocument/2006/relationships/slide" Target="slides/slide457.xml"/><Relationship Id="rId465" Type="http://schemas.openxmlformats.org/officeDocument/2006/relationships/slide" Target="slides/slide458.xml"/><Relationship Id="rId466" Type="http://schemas.openxmlformats.org/officeDocument/2006/relationships/slide" Target="slides/slide459.xml"/><Relationship Id="rId467" Type="http://schemas.openxmlformats.org/officeDocument/2006/relationships/slide" Target="slides/slide460.xml"/><Relationship Id="rId468" Type="http://schemas.openxmlformats.org/officeDocument/2006/relationships/slide" Target="slides/slide461.xml"/><Relationship Id="rId469" Type="http://schemas.openxmlformats.org/officeDocument/2006/relationships/slide" Target="slides/slide462.xml"/><Relationship Id="rId470" Type="http://schemas.openxmlformats.org/officeDocument/2006/relationships/slide" Target="slides/slide463.xml"/><Relationship Id="rId471" Type="http://schemas.openxmlformats.org/officeDocument/2006/relationships/slide" Target="slides/slide464.xml"/><Relationship Id="rId472" Type="http://schemas.openxmlformats.org/officeDocument/2006/relationships/slide" Target="slides/slide465.xml"/><Relationship Id="rId473" Type="http://schemas.openxmlformats.org/officeDocument/2006/relationships/slide" Target="slides/slide466.xml"/><Relationship Id="rId474" Type="http://schemas.openxmlformats.org/officeDocument/2006/relationships/slide" Target="slides/slide467.xml"/><Relationship Id="rId475" Type="http://schemas.openxmlformats.org/officeDocument/2006/relationships/slide" Target="slides/slide468.xml"/><Relationship Id="rId476" Type="http://schemas.openxmlformats.org/officeDocument/2006/relationships/slide" Target="slides/slide469.xml"/><Relationship Id="rId477" Type="http://schemas.openxmlformats.org/officeDocument/2006/relationships/slide" Target="slides/slide470.xml"/><Relationship Id="rId478" Type="http://schemas.openxmlformats.org/officeDocument/2006/relationships/slide" Target="slides/slide471.xml"/><Relationship Id="rId479" Type="http://schemas.openxmlformats.org/officeDocument/2006/relationships/slide" Target="slides/slide472.xml"/><Relationship Id="rId480" Type="http://schemas.openxmlformats.org/officeDocument/2006/relationships/slide" Target="slides/slide473.xml"/><Relationship Id="rId481" Type="http://schemas.openxmlformats.org/officeDocument/2006/relationships/slide" Target="slides/slide474.xml"/><Relationship Id="rId482" Type="http://schemas.openxmlformats.org/officeDocument/2006/relationships/slide" Target="slides/slide475.xml"/><Relationship Id="rId483" Type="http://schemas.openxmlformats.org/officeDocument/2006/relationships/slide" Target="slides/slide476.xml"/><Relationship Id="rId484" Type="http://schemas.openxmlformats.org/officeDocument/2006/relationships/slide" Target="slides/slide477.xml"/><Relationship Id="rId485" Type="http://schemas.openxmlformats.org/officeDocument/2006/relationships/slide" Target="slides/slide478.xml"/><Relationship Id="rId486" Type="http://schemas.openxmlformats.org/officeDocument/2006/relationships/slide" Target="slides/slide479.xml"/><Relationship Id="rId487" Type="http://schemas.openxmlformats.org/officeDocument/2006/relationships/slide" Target="slides/slide480.xml"/><Relationship Id="rId488" Type="http://schemas.openxmlformats.org/officeDocument/2006/relationships/slide" Target="slides/slide481.xml"/><Relationship Id="rId489" Type="http://schemas.openxmlformats.org/officeDocument/2006/relationships/slide" Target="slides/slide482.xml"/><Relationship Id="rId490" Type="http://schemas.openxmlformats.org/officeDocument/2006/relationships/slide" Target="slides/slide483.xml"/><Relationship Id="rId491" Type="http://schemas.openxmlformats.org/officeDocument/2006/relationships/slide" Target="slides/slide484.xml"/><Relationship Id="rId492" Type="http://schemas.openxmlformats.org/officeDocument/2006/relationships/slide" Target="slides/slide485.xml"/><Relationship Id="rId493" Type="http://schemas.openxmlformats.org/officeDocument/2006/relationships/slide" Target="slides/slide486.xml"/><Relationship Id="rId494" Type="http://schemas.openxmlformats.org/officeDocument/2006/relationships/slide" Target="slides/slide487.xml"/><Relationship Id="rId495" Type="http://schemas.openxmlformats.org/officeDocument/2006/relationships/slide" Target="slides/slide488.xml"/><Relationship Id="rId496" Type="http://schemas.openxmlformats.org/officeDocument/2006/relationships/slide" Target="slides/slide489.xml"/><Relationship Id="rId497" Type="http://schemas.openxmlformats.org/officeDocument/2006/relationships/slide" Target="slides/slide490.xml"/><Relationship Id="rId498" Type="http://schemas.openxmlformats.org/officeDocument/2006/relationships/slide" Target="slides/slide491.xml"/><Relationship Id="rId499" Type="http://schemas.openxmlformats.org/officeDocument/2006/relationships/slide" Target="slides/slide492.xml"/><Relationship Id="rId500" Type="http://schemas.openxmlformats.org/officeDocument/2006/relationships/slide" Target="slides/slide493.xml"/><Relationship Id="rId501" Type="http://schemas.openxmlformats.org/officeDocument/2006/relationships/slide" Target="slides/slide494.xml"/><Relationship Id="rId502" Type="http://schemas.openxmlformats.org/officeDocument/2006/relationships/slide" Target="slides/slide495.xml"/><Relationship Id="rId503" Type="http://schemas.openxmlformats.org/officeDocument/2006/relationships/slide" Target="slides/slide496.xml"/><Relationship Id="rId504" Type="http://schemas.openxmlformats.org/officeDocument/2006/relationships/slide" Target="slides/slide497.xml"/><Relationship Id="rId505" Type="http://schemas.openxmlformats.org/officeDocument/2006/relationships/slide" Target="slides/slide498.xml"/><Relationship Id="rId506" Type="http://schemas.openxmlformats.org/officeDocument/2006/relationships/slide" Target="slides/slide499.xml"/><Relationship Id="rId507" Type="http://schemas.openxmlformats.org/officeDocument/2006/relationships/slide" Target="slides/slide500.xml"/><Relationship Id="rId508" Type="http://schemas.openxmlformats.org/officeDocument/2006/relationships/slide" Target="slides/slide501.xml"/><Relationship Id="rId509" Type="http://schemas.openxmlformats.org/officeDocument/2006/relationships/slide" Target="slides/slide502.xml"/><Relationship Id="rId510" Type="http://schemas.openxmlformats.org/officeDocument/2006/relationships/slide" Target="slides/slide503.xml"/><Relationship Id="rId511" Type="http://schemas.openxmlformats.org/officeDocument/2006/relationships/slide" Target="slides/slide504.xml"/><Relationship Id="rId512" Type="http://schemas.openxmlformats.org/officeDocument/2006/relationships/slide" Target="slides/slide505.xml"/><Relationship Id="rId513" Type="http://schemas.openxmlformats.org/officeDocument/2006/relationships/slide" Target="slides/slide506.xml"/><Relationship Id="rId514" Type="http://schemas.openxmlformats.org/officeDocument/2006/relationships/slide" Target="slides/slide507.xml"/><Relationship Id="rId515" Type="http://schemas.openxmlformats.org/officeDocument/2006/relationships/slide" Target="slides/slide508.xml"/><Relationship Id="rId516" Type="http://schemas.openxmlformats.org/officeDocument/2006/relationships/slide" Target="slides/slide509.xml"/><Relationship Id="rId517" Type="http://schemas.openxmlformats.org/officeDocument/2006/relationships/slide" Target="slides/slide510.xml"/><Relationship Id="rId518" Type="http://schemas.openxmlformats.org/officeDocument/2006/relationships/slide" Target="slides/slide511.xml"/><Relationship Id="rId519" Type="http://schemas.openxmlformats.org/officeDocument/2006/relationships/slide" Target="slides/slide512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9" name="Shape 16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</Relationships>
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</Relationships>
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</Relationships>
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</Relationships>
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</Relationships>
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</Relationships>
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</Relationships>
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30.xml"/><Relationship Id="rId2" Type="http://schemas.openxmlformats.org/officeDocument/2006/relationships/notesMaster" Target="../notesMasters/notesMaster1.xml"/></Relationships>
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32.xml"/><Relationship Id="rId2" Type="http://schemas.openxmlformats.org/officeDocument/2006/relationships/notesMaster" Target="../notesMasters/notesMaster1.xml"/></Relationships>
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34.xml"/><Relationship Id="rId2" Type="http://schemas.openxmlformats.org/officeDocument/2006/relationships/notesMaster" Target="../notesMasters/notesMaster1.xml"/></Relationships>
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36.xml"/><Relationship Id="rId2" Type="http://schemas.openxmlformats.org/officeDocument/2006/relationships/notesMaster" Target="../notesMasters/notesMaster1.xml"/></Relationships>
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38.xml"/><Relationship Id="rId2" Type="http://schemas.openxmlformats.org/officeDocument/2006/relationships/notesMaster" Target="../notesMasters/notesMaster1.xml"/></Relationships>
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40.xml"/><Relationship Id="rId2" Type="http://schemas.openxmlformats.org/officeDocument/2006/relationships/notesMaster" Target="../notesMasters/notesMaster1.xml"/></Relationships>
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42.xml"/><Relationship Id="rId2" Type="http://schemas.openxmlformats.org/officeDocument/2006/relationships/notesMaster" Target="../notesMasters/notesMaster1.xml"/></Relationships>
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44.xml"/><Relationship Id="rId2" Type="http://schemas.openxmlformats.org/officeDocument/2006/relationships/notesMaster" Target="../notesMasters/notesMaster1.xml"/></Relationships>
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46.xml"/><Relationship Id="rId2" Type="http://schemas.openxmlformats.org/officeDocument/2006/relationships/notesMaster" Target="../notesMasters/notesMaster1.xml"/></Relationships>

</file>

<file path=ppt/notesSlides/_rels/notesSlide24.xml.rels><?xml version="1.0" encoding="UTF-8"?>
<Relationships xmlns="http://schemas.openxmlformats.org/package/2006/relationships"><Relationship Id="rId1" Type="http://schemas.openxmlformats.org/officeDocument/2006/relationships/slide" Target="../slides/slide48.xml"/><Relationship Id="rId2" Type="http://schemas.openxmlformats.org/officeDocument/2006/relationships/notesMaster" Target="../notesMasters/notesMaster1.xml"/></Relationships>

</file>

<file path=ppt/notesSlides/_rels/notesSlide25.xml.rels><?xml version="1.0" encoding="UTF-8"?>
<Relationships xmlns="http://schemas.openxmlformats.org/package/2006/relationships"><Relationship Id="rId1" Type="http://schemas.openxmlformats.org/officeDocument/2006/relationships/slide" Target="../slides/slide50.xml"/><Relationship Id="rId2" Type="http://schemas.openxmlformats.org/officeDocument/2006/relationships/notesMaster" Target="../notesMasters/notesMaster1.xml"/></Relationships>

</file>

<file path=ppt/notesSlides/_rels/notesSlide26.xml.rels><?xml version="1.0" encoding="UTF-8"?>
<Relationships xmlns="http://schemas.openxmlformats.org/package/2006/relationships"><Relationship Id="rId1" Type="http://schemas.openxmlformats.org/officeDocument/2006/relationships/slide" Target="../slides/slide52.xml"/><Relationship Id="rId2" Type="http://schemas.openxmlformats.org/officeDocument/2006/relationships/notesMaster" Target="../notesMasters/notesMaster1.xml"/></Relationships>

</file>

<file path=ppt/notesSlides/_rels/notesSlide27.xml.rels><?xml version="1.0" encoding="UTF-8"?>
<Relationships xmlns="http://schemas.openxmlformats.org/package/2006/relationships"><Relationship Id="rId1" Type="http://schemas.openxmlformats.org/officeDocument/2006/relationships/slide" Target="../slides/slide54.xml"/><Relationship Id="rId2" Type="http://schemas.openxmlformats.org/officeDocument/2006/relationships/notesMaster" Target="../notesMasters/notesMaster1.xml"/></Relationships>

</file>

<file path=ppt/notesSlides/_rels/notesSlide28.xml.rels><?xml version="1.0" encoding="UTF-8"?>
<Relationships xmlns="http://schemas.openxmlformats.org/package/2006/relationships"><Relationship Id="rId1" Type="http://schemas.openxmlformats.org/officeDocument/2006/relationships/slide" Target="../slides/slide56.xml"/><Relationship Id="rId2" Type="http://schemas.openxmlformats.org/officeDocument/2006/relationships/notesMaster" Target="../notesMasters/notesMaster1.xml"/></Relationships>

</file>

<file path=ppt/notesSlides/_rels/notesSlide29.xml.rels><?xml version="1.0" encoding="UTF-8"?>
<Relationships xmlns="http://schemas.openxmlformats.org/package/2006/relationships"><Relationship Id="rId1" Type="http://schemas.openxmlformats.org/officeDocument/2006/relationships/slide" Target="../slides/slide58.xml"/><Relationship Id="rId2" Type="http://schemas.openxmlformats.org/officeDocument/2006/relationships/notesMaster" Target="../notesMasters/notesMaster1.xml"/></Relationships>

</file>

<file path=ppt/notesSlides/_rels/notesSlide30.xml.rels><?xml version="1.0" encoding="UTF-8"?>
<Relationships xmlns="http://schemas.openxmlformats.org/package/2006/relationships"><Relationship Id="rId1" Type="http://schemas.openxmlformats.org/officeDocument/2006/relationships/slide" Target="../slides/slide60.xml"/><Relationship Id="rId2" Type="http://schemas.openxmlformats.org/officeDocument/2006/relationships/notesMaster" Target="../notesMasters/notesMaster1.xml"/></Relationships>

</file>

<file path=ppt/notesSlides/_rels/notesSlide31.xml.rels><?xml version="1.0" encoding="UTF-8"?>
<Relationships xmlns="http://schemas.openxmlformats.org/package/2006/relationships"><Relationship Id="rId1" Type="http://schemas.openxmlformats.org/officeDocument/2006/relationships/slide" Target="../slides/slide62.xml"/><Relationship Id="rId2" Type="http://schemas.openxmlformats.org/officeDocument/2006/relationships/notesMaster" Target="../notesMasters/notesMaster1.xml"/></Relationships>

</file>

<file path=ppt/notesSlides/_rels/notesSlide32.xml.rels><?xml version="1.0" encoding="UTF-8"?>
<Relationships xmlns="http://schemas.openxmlformats.org/package/2006/relationships"><Relationship Id="rId1" Type="http://schemas.openxmlformats.org/officeDocument/2006/relationships/slide" Target="../slides/slide64.xml"/><Relationship Id="rId2" Type="http://schemas.openxmlformats.org/officeDocument/2006/relationships/notesMaster" Target="../notesMasters/notesMaster1.xml"/></Relationships>

</file>

<file path=ppt/notesSlides/_rels/notesSlide33.xml.rels><?xml version="1.0" encoding="UTF-8"?>
<Relationships xmlns="http://schemas.openxmlformats.org/package/2006/relationships"><Relationship Id="rId1" Type="http://schemas.openxmlformats.org/officeDocument/2006/relationships/slide" Target="../slides/slide66.xml"/><Relationship Id="rId2" Type="http://schemas.openxmlformats.org/officeDocument/2006/relationships/notesMaster" Target="../notesMasters/notesMaster1.xml"/></Relationships>

</file>

<file path=ppt/notesSlides/_rels/notesSlide34.xml.rels><?xml version="1.0" encoding="UTF-8"?>
<Relationships xmlns="http://schemas.openxmlformats.org/package/2006/relationships"><Relationship Id="rId1" Type="http://schemas.openxmlformats.org/officeDocument/2006/relationships/slide" Target="../slides/slide68.xml"/><Relationship Id="rId2" Type="http://schemas.openxmlformats.org/officeDocument/2006/relationships/notesMaster" Target="../notesMasters/notesMaster1.xml"/></Relationships>

</file>

<file path=ppt/notesSlides/_rels/notesSlide35.xml.rels><?xml version="1.0" encoding="UTF-8"?>
<Relationships xmlns="http://schemas.openxmlformats.org/package/2006/relationships"><Relationship Id="rId1" Type="http://schemas.openxmlformats.org/officeDocument/2006/relationships/slide" Target="../slides/slide70.xml"/><Relationship Id="rId2" Type="http://schemas.openxmlformats.org/officeDocument/2006/relationships/notesMaster" Target="../notesMasters/notesMaster1.xml"/></Relationships>

</file>

<file path=ppt/notesSlides/_rels/notesSlide36.xml.rels><?xml version="1.0" encoding="UTF-8"?>
<Relationships xmlns="http://schemas.openxmlformats.org/package/2006/relationships"><Relationship Id="rId1" Type="http://schemas.openxmlformats.org/officeDocument/2006/relationships/slide" Target="../slides/slide72.xml"/><Relationship Id="rId2" Type="http://schemas.openxmlformats.org/officeDocument/2006/relationships/notesMaster" Target="../notesMasters/notesMaster1.xml"/></Relationships>

</file>

<file path=ppt/notesSlides/_rels/notesSlide37.xml.rels><?xml version="1.0" encoding="UTF-8"?>
<Relationships xmlns="http://schemas.openxmlformats.org/package/2006/relationships"><Relationship Id="rId1" Type="http://schemas.openxmlformats.org/officeDocument/2006/relationships/slide" Target="../slides/slide74.xml"/><Relationship Id="rId2" Type="http://schemas.openxmlformats.org/officeDocument/2006/relationships/notesMaster" Target="../notesMasters/notesMaster1.xml"/></Relationships>

</file>

<file path=ppt/notesSlides/_rels/notesSlide38.xml.rels><?xml version="1.0" encoding="UTF-8"?>
<Relationships xmlns="http://schemas.openxmlformats.org/package/2006/relationships"><Relationship Id="rId1" Type="http://schemas.openxmlformats.org/officeDocument/2006/relationships/slide" Target="../slides/slide76.xml"/><Relationship Id="rId2" Type="http://schemas.openxmlformats.org/officeDocument/2006/relationships/notesMaster" Target="../notesMasters/notesMaster1.xml"/></Relationships>

</file>

<file path=ppt/notesSlides/_rels/notesSlide39.xml.rels><?xml version="1.0" encoding="UTF-8"?>
<Relationships xmlns="http://schemas.openxmlformats.org/package/2006/relationships"><Relationship Id="rId1" Type="http://schemas.openxmlformats.org/officeDocument/2006/relationships/slide" Target="../slides/slide78.xml"/><Relationship Id="rId2" Type="http://schemas.openxmlformats.org/officeDocument/2006/relationships/notesMaster" Target="../notesMasters/notesMaster1.xml"/></Relationships>

</file>

<file path=ppt/notesSlides/_rels/notesSlide40.xml.rels><?xml version="1.0" encoding="UTF-8"?>
<Relationships xmlns="http://schemas.openxmlformats.org/package/2006/relationships"><Relationship Id="rId1" Type="http://schemas.openxmlformats.org/officeDocument/2006/relationships/slide" Target="../slides/slide80.xml"/><Relationship Id="rId2" Type="http://schemas.openxmlformats.org/officeDocument/2006/relationships/notesMaster" Target="../notesMasters/notesMaster1.xml"/></Relationships>

</file>

<file path=ppt/notesSlides/_rels/notesSlide41.xml.rels><?xml version="1.0" encoding="UTF-8"?>
<Relationships xmlns="http://schemas.openxmlformats.org/package/2006/relationships"><Relationship Id="rId1" Type="http://schemas.openxmlformats.org/officeDocument/2006/relationships/slide" Target="../slides/slide82.xml"/><Relationship Id="rId2" Type="http://schemas.openxmlformats.org/officeDocument/2006/relationships/notesMaster" Target="../notesMasters/notesMaster1.xml"/></Relationships>

</file>

<file path=ppt/notesSlides/_rels/notesSlide42.xml.rels><?xml version="1.0" encoding="UTF-8"?>
<Relationships xmlns="http://schemas.openxmlformats.org/package/2006/relationships"><Relationship Id="rId1" Type="http://schemas.openxmlformats.org/officeDocument/2006/relationships/slide" Target="../slides/slide84.xml"/><Relationship Id="rId2" Type="http://schemas.openxmlformats.org/officeDocument/2006/relationships/notesMaster" Target="../notesMasters/notesMaster1.xml"/></Relationships>

</file>

<file path=ppt/notesSlides/_rels/notesSlide43.xml.rels><?xml version="1.0" encoding="UTF-8"?>
<Relationships xmlns="http://schemas.openxmlformats.org/package/2006/relationships"><Relationship Id="rId1" Type="http://schemas.openxmlformats.org/officeDocument/2006/relationships/slide" Target="../slides/slide86.xml"/><Relationship Id="rId2" Type="http://schemas.openxmlformats.org/officeDocument/2006/relationships/notesMaster" Target="../notesMasters/notesMaster1.xml"/></Relationships>

</file>

<file path=ppt/notesSlides/_rels/notesSlide44.xml.rels><?xml version="1.0" encoding="UTF-8"?>
<Relationships xmlns="http://schemas.openxmlformats.org/package/2006/relationships"><Relationship Id="rId1" Type="http://schemas.openxmlformats.org/officeDocument/2006/relationships/slide" Target="../slides/slide88.xml"/><Relationship Id="rId2" Type="http://schemas.openxmlformats.org/officeDocument/2006/relationships/notesMaster" Target="../notesMasters/notesMaster1.xml"/></Relationships>

</file>

<file path=ppt/notesSlides/_rels/notesSlide45.xml.rels><?xml version="1.0" encoding="UTF-8"?>
<Relationships xmlns="http://schemas.openxmlformats.org/package/2006/relationships"><Relationship Id="rId1" Type="http://schemas.openxmlformats.org/officeDocument/2006/relationships/slide" Target="../slides/slide90.xml"/><Relationship Id="rId2" Type="http://schemas.openxmlformats.org/officeDocument/2006/relationships/notesMaster" Target="../notesMasters/notesMaster1.xml"/></Relationships>

</file>

<file path=ppt/notesSlides/_rels/notesSlide46.xml.rels><?xml version="1.0" encoding="UTF-8"?>
<Relationships xmlns="http://schemas.openxmlformats.org/package/2006/relationships"><Relationship Id="rId1" Type="http://schemas.openxmlformats.org/officeDocument/2006/relationships/slide" Target="../slides/slide92.xml"/><Relationship Id="rId2" Type="http://schemas.openxmlformats.org/officeDocument/2006/relationships/notesMaster" Target="../notesMasters/notesMaster1.xml"/></Relationships>

</file>

<file path=ppt/notesSlides/_rels/notesSlide47.xml.rels><?xml version="1.0" encoding="UTF-8"?>
<Relationships xmlns="http://schemas.openxmlformats.org/package/2006/relationships"><Relationship Id="rId1" Type="http://schemas.openxmlformats.org/officeDocument/2006/relationships/slide" Target="../slides/slide94.xml"/><Relationship Id="rId2" Type="http://schemas.openxmlformats.org/officeDocument/2006/relationships/notesMaster" Target="../notesMasters/notesMaster1.xml"/></Relationships>

</file>

<file path=ppt/notesSlides/_rels/notesSlide48.xml.rels><?xml version="1.0" encoding="UTF-8"?>
<Relationships xmlns="http://schemas.openxmlformats.org/package/2006/relationships"><Relationship Id="rId1" Type="http://schemas.openxmlformats.org/officeDocument/2006/relationships/slide" Target="../slides/slide96.xml"/><Relationship Id="rId2" Type="http://schemas.openxmlformats.org/officeDocument/2006/relationships/notesMaster" Target="../notesMasters/notesMaster1.xml"/></Relationships>

</file>

<file path=ppt/notesSlides/_rels/notesSlide49.xml.rels><?xml version="1.0" encoding="UTF-8"?>
<Relationships xmlns="http://schemas.openxmlformats.org/package/2006/relationships"><Relationship Id="rId1" Type="http://schemas.openxmlformats.org/officeDocument/2006/relationships/slide" Target="../slides/slide98.xml"/><Relationship Id="rId2" Type="http://schemas.openxmlformats.org/officeDocument/2006/relationships/notesMaster" Target="../notesMasters/notesMaster1.xml"/></Relationships>

</file>

<file path=ppt/notesSlides/_rels/notesSlide50.xml.rels><?xml version="1.0" encoding="UTF-8"?>
<Relationships xmlns="http://schemas.openxmlformats.org/package/2006/relationships"><Relationship Id="rId1" Type="http://schemas.openxmlformats.org/officeDocument/2006/relationships/slide" Target="../slides/slide100.xml"/><Relationship Id="rId2" Type="http://schemas.openxmlformats.org/officeDocument/2006/relationships/notesMaster" Target="../notesMasters/notesMaster1.xml"/></Relationships>

</file>

<file path=ppt/notesSlides/_rels/notesSlide51.xml.rels><?xml version="1.0" encoding="UTF-8"?>
<Relationships xmlns="http://schemas.openxmlformats.org/package/2006/relationships"><Relationship Id="rId1" Type="http://schemas.openxmlformats.org/officeDocument/2006/relationships/slide" Target="../slides/slide102.xml"/><Relationship Id="rId2" Type="http://schemas.openxmlformats.org/officeDocument/2006/relationships/notesMaster" Target="../notesMasters/notesMaster1.xml"/></Relationships>

</file>

<file path=ppt/notesSlides/_rels/notesSlide52.xml.rels><?xml version="1.0" encoding="UTF-8"?>
<Relationships xmlns="http://schemas.openxmlformats.org/package/2006/relationships"><Relationship Id="rId1" Type="http://schemas.openxmlformats.org/officeDocument/2006/relationships/slide" Target="../slides/slide104.xml"/><Relationship Id="rId2" Type="http://schemas.openxmlformats.org/officeDocument/2006/relationships/notesMaster" Target="../notesMasters/notesMaster1.xml"/></Relationships>

</file>

<file path=ppt/notesSlides/_rels/notesSlide53.xml.rels><?xml version="1.0" encoding="UTF-8"?>
<Relationships xmlns="http://schemas.openxmlformats.org/package/2006/relationships"><Relationship Id="rId1" Type="http://schemas.openxmlformats.org/officeDocument/2006/relationships/slide" Target="../slides/slide106.xml"/><Relationship Id="rId2" Type="http://schemas.openxmlformats.org/officeDocument/2006/relationships/notesMaster" Target="../notesMasters/notesMaster1.xml"/></Relationships>

</file>

<file path=ppt/notesSlides/_rels/notesSlide54.xml.rels><?xml version="1.0" encoding="UTF-8"?>
<Relationships xmlns="http://schemas.openxmlformats.org/package/2006/relationships"><Relationship Id="rId1" Type="http://schemas.openxmlformats.org/officeDocument/2006/relationships/slide" Target="../slides/slide108.xml"/><Relationship Id="rId2" Type="http://schemas.openxmlformats.org/officeDocument/2006/relationships/notesMaster" Target="../notesMasters/notesMaster1.xml"/></Relationships>

</file>

<file path=ppt/notesSlides/_rels/notesSlide55.xml.rels><?xml version="1.0" encoding="UTF-8"?>
<Relationships xmlns="http://schemas.openxmlformats.org/package/2006/relationships"><Relationship Id="rId1" Type="http://schemas.openxmlformats.org/officeDocument/2006/relationships/slide" Target="../slides/slide110.xml"/><Relationship Id="rId2" Type="http://schemas.openxmlformats.org/officeDocument/2006/relationships/notesMaster" Target="../notesMasters/notesMaster1.xml"/></Relationships>

</file>

<file path=ppt/notesSlides/_rels/notesSlide56.xml.rels><?xml version="1.0" encoding="UTF-8"?>
<Relationships xmlns="http://schemas.openxmlformats.org/package/2006/relationships"><Relationship Id="rId1" Type="http://schemas.openxmlformats.org/officeDocument/2006/relationships/slide" Target="../slides/slide112.xml"/><Relationship Id="rId2" Type="http://schemas.openxmlformats.org/officeDocument/2006/relationships/notesMaster" Target="../notesMasters/notesMaster1.xml"/></Relationships>

</file>

<file path=ppt/notesSlides/_rels/notesSlide57.xml.rels><?xml version="1.0" encoding="UTF-8"?>
<Relationships xmlns="http://schemas.openxmlformats.org/package/2006/relationships"><Relationship Id="rId1" Type="http://schemas.openxmlformats.org/officeDocument/2006/relationships/slide" Target="../slides/slide114.xml"/><Relationship Id="rId2" Type="http://schemas.openxmlformats.org/officeDocument/2006/relationships/notesMaster" Target="../notesMasters/notesMaster1.xml"/></Relationships>

</file>

<file path=ppt/notesSlides/_rels/notesSlide58.xml.rels><?xml version="1.0" encoding="UTF-8"?>
<Relationships xmlns="http://schemas.openxmlformats.org/package/2006/relationships"><Relationship Id="rId1" Type="http://schemas.openxmlformats.org/officeDocument/2006/relationships/slide" Target="../slides/slide116.xml"/><Relationship Id="rId2" Type="http://schemas.openxmlformats.org/officeDocument/2006/relationships/notesMaster" Target="../notesMasters/notesMaster1.xml"/></Relationships>

</file>

<file path=ppt/notesSlides/_rels/notesSlide59.xml.rels><?xml version="1.0" encoding="UTF-8"?>
<Relationships xmlns="http://schemas.openxmlformats.org/package/2006/relationships"><Relationship Id="rId1" Type="http://schemas.openxmlformats.org/officeDocument/2006/relationships/slide" Target="../slides/slide118.xml"/><Relationship Id="rId2" Type="http://schemas.openxmlformats.org/officeDocument/2006/relationships/notesMaster" Target="../notesMasters/notesMaster1.xml"/></Relationships>

</file>

<file path=ppt/notesSlides/_rels/notesSlide60.xml.rels><?xml version="1.0" encoding="UTF-8"?>
<Relationships xmlns="http://schemas.openxmlformats.org/package/2006/relationships"><Relationship Id="rId1" Type="http://schemas.openxmlformats.org/officeDocument/2006/relationships/slide" Target="../slides/slide120.xml"/><Relationship Id="rId2" Type="http://schemas.openxmlformats.org/officeDocument/2006/relationships/notesMaster" Target="../notesMasters/notesMaster1.xml"/></Relationships>

</file>

<file path=ppt/notesSlides/_rels/notesSlide61.xml.rels><?xml version="1.0" encoding="UTF-8"?>
<Relationships xmlns="http://schemas.openxmlformats.org/package/2006/relationships"><Relationship Id="rId1" Type="http://schemas.openxmlformats.org/officeDocument/2006/relationships/slide" Target="../slides/slide122.xml"/><Relationship Id="rId2" Type="http://schemas.openxmlformats.org/officeDocument/2006/relationships/notesMaster" Target="../notesMasters/notesMaster1.xml"/></Relationships>

</file>

<file path=ppt/notesSlides/_rels/notesSlide62.xml.rels><?xml version="1.0" encoding="UTF-8"?>
<Relationships xmlns="http://schemas.openxmlformats.org/package/2006/relationships"><Relationship Id="rId1" Type="http://schemas.openxmlformats.org/officeDocument/2006/relationships/slide" Target="../slides/slide124.xml"/><Relationship Id="rId2" Type="http://schemas.openxmlformats.org/officeDocument/2006/relationships/notesMaster" Target="../notesMasters/notesMaster1.xml"/></Relationships>

</file>

<file path=ppt/notesSlides/_rels/notesSlide63.xml.rels><?xml version="1.0" encoding="UTF-8"?>
<Relationships xmlns="http://schemas.openxmlformats.org/package/2006/relationships"><Relationship Id="rId1" Type="http://schemas.openxmlformats.org/officeDocument/2006/relationships/slide" Target="../slides/slide126.xml"/><Relationship Id="rId2" Type="http://schemas.openxmlformats.org/officeDocument/2006/relationships/notesMaster" Target="../notesMasters/notesMaster1.xml"/></Relationships>

</file>

<file path=ppt/notesSlides/_rels/notesSlide64.xml.rels><?xml version="1.0" encoding="UTF-8"?>
<Relationships xmlns="http://schemas.openxmlformats.org/package/2006/relationships"><Relationship Id="rId1" Type="http://schemas.openxmlformats.org/officeDocument/2006/relationships/slide" Target="../slides/slide128.xml"/><Relationship Id="rId2" Type="http://schemas.openxmlformats.org/officeDocument/2006/relationships/notesMaster" Target="../notesMasters/notesMaster1.xml"/></Relationships>

</file>

<file path=ppt/notesSlides/_rels/notesSlide65.xml.rels><?xml version="1.0" encoding="UTF-8"?>
<Relationships xmlns="http://schemas.openxmlformats.org/package/2006/relationships"><Relationship Id="rId1" Type="http://schemas.openxmlformats.org/officeDocument/2006/relationships/slide" Target="../slides/slide130.xml"/><Relationship Id="rId2" Type="http://schemas.openxmlformats.org/officeDocument/2006/relationships/notesMaster" Target="../notesMasters/notesMaster1.xml"/></Relationships>

</file>

<file path=ppt/notesSlides/_rels/notesSlide66.xml.rels><?xml version="1.0" encoding="UTF-8"?>
<Relationships xmlns="http://schemas.openxmlformats.org/package/2006/relationships"><Relationship Id="rId1" Type="http://schemas.openxmlformats.org/officeDocument/2006/relationships/slide" Target="../slides/slide132.xml"/><Relationship Id="rId2" Type="http://schemas.openxmlformats.org/officeDocument/2006/relationships/notesMaster" Target="../notesMasters/notesMaster1.xml"/></Relationships>

</file>

<file path=ppt/notesSlides/_rels/notesSlide67.xml.rels><?xml version="1.0" encoding="UTF-8"?>
<Relationships xmlns="http://schemas.openxmlformats.org/package/2006/relationships"><Relationship Id="rId1" Type="http://schemas.openxmlformats.org/officeDocument/2006/relationships/slide" Target="../slides/slide134.xml"/><Relationship Id="rId2" Type="http://schemas.openxmlformats.org/officeDocument/2006/relationships/notesMaster" Target="../notesMasters/notesMaster1.xml"/></Relationships>

</file>

<file path=ppt/notesSlides/_rels/notesSlide68.xml.rels><?xml version="1.0" encoding="UTF-8"?>
<Relationships xmlns="http://schemas.openxmlformats.org/package/2006/relationships"><Relationship Id="rId1" Type="http://schemas.openxmlformats.org/officeDocument/2006/relationships/slide" Target="../slides/slide136.xml"/><Relationship Id="rId2" Type="http://schemas.openxmlformats.org/officeDocument/2006/relationships/notesMaster" Target="../notesMasters/notesMaster1.xml"/></Relationships>

</file>

<file path=ppt/notesSlides/_rels/notesSlide69.xml.rels><?xml version="1.0" encoding="UTF-8"?>
<Relationships xmlns="http://schemas.openxmlformats.org/package/2006/relationships"><Relationship Id="rId1" Type="http://schemas.openxmlformats.org/officeDocument/2006/relationships/slide" Target="../slides/slide138.xml"/><Relationship Id="rId2" Type="http://schemas.openxmlformats.org/officeDocument/2006/relationships/notesMaster" Target="../notesMasters/notesMaster1.xml"/></Relationships>

</file>

<file path=ppt/notesSlides/_rels/notesSlide70.xml.rels><?xml version="1.0" encoding="UTF-8"?>
<Relationships xmlns="http://schemas.openxmlformats.org/package/2006/relationships"><Relationship Id="rId1" Type="http://schemas.openxmlformats.org/officeDocument/2006/relationships/slide" Target="../slides/slide140.xml"/><Relationship Id="rId2" Type="http://schemas.openxmlformats.org/officeDocument/2006/relationships/notesMaster" Target="../notesMasters/notesMaster1.xml"/></Relationships>

</file>

<file path=ppt/notesSlides/_rels/notesSlide71.xml.rels><?xml version="1.0" encoding="UTF-8"?>
<Relationships xmlns="http://schemas.openxmlformats.org/package/2006/relationships"><Relationship Id="rId1" Type="http://schemas.openxmlformats.org/officeDocument/2006/relationships/slide" Target="../slides/slide142.xml"/><Relationship Id="rId2" Type="http://schemas.openxmlformats.org/officeDocument/2006/relationships/notesMaster" Target="../notesMasters/notesMaster1.xml"/></Relationships>

</file>

<file path=ppt/notesSlides/_rels/notesSlide72.xml.rels><?xml version="1.0" encoding="UTF-8"?>
<Relationships xmlns="http://schemas.openxmlformats.org/package/2006/relationships"><Relationship Id="rId1" Type="http://schemas.openxmlformats.org/officeDocument/2006/relationships/slide" Target="../slides/slide144.xml"/><Relationship Id="rId2" Type="http://schemas.openxmlformats.org/officeDocument/2006/relationships/notesMaster" Target="../notesMasters/notesMaster1.xml"/></Relationships>

</file>

<file path=ppt/notesSlides/_rels/notesSlide73.xml.rels><?xml version="1.0" encoding="UTF-8"?>
<Relationships xmlns="http://schemas.openxmlformats.org/package/2006/relationships"><Relationship Id="rId1" Type="http://schemas.openxmlformats.org/officeDocument/2006/relationships/slide" Target="../slides/slide146.xml"/><Relationship Id="rId2" Type="http://schemas.openxmlformats.org/officeDocument/2006/relationships/notesMaster" Target="../notesMasters/notesMaster1.xml"/></Relationships>

</file>

<file path=ppt/notesSlides/_rels/notesSlide74.xml.rels><?xml version="1.0" encoding="UTF-8"?>
<Relationships xmlns="http://schemas.openxmlformats.org/package/2006/relationships"><Relationship Id="rId1" Type="http://schemas.openxmlformats.org/officeDocument/2006/relationships/slide" Target="../slides/slide148.xml"/><Relationship Id="rId2" Type="http://schemas.openxmlformats.org/officeDocument/2006/relationships/notesMaster" Target="../notesMasters/notesMaster1.xml"/></Relationships>

</file>

<file path=ppt/notesSlides/_rels/notesSlide75.xml.rels><?xml version="1.0" encoding="UTF-8"?>
<Relationships xmlns="http://schemas.openxmlformats.org/package/2006/relationships"><Relationship Id="rId1" Type="http://schemas.openxmlformats.org/officeDocument/2006/relationships/slide" Target="../slides/slide150.xml"/><Relationship Id="rId2" Type="http://schemas.openxmlformats.org/officeDocument/2006/relationships/notesMaster" Target="../notesMasters/notesMaster1.xml"/></Relationships>

</file>

<file path=ppt/notesSlides/_rels/notesSlide76.xml.rels><?xml version="1.0" encoding="UTF-8"?>
<Relationships xmlns="http://schemas.openxmlformats.org/package/2006/relationships"><Relationship Id="rId1" Type="http://schemas.openxmlformats.org/officeDocument/2006/relationships/slide" Target="../slides/slide152.xml"/><Relationship Id="rId2" Type="http://schemas.openxmlformats.org/officeDocument/2006/relationships/notesMaster" Target="../notesMasters/notesMaster1.xml"/></Relationships>

</file>

<file path=ppt/notesSlides/_rels/notesSlide77.xml.rels><?xml version="1.0" encoding="UTF-8"?>
<Relationships xmlns="http://schemas.openxmlformats.org/package/2006/relationships"><Relationship Id="rId1" Type="http://schemas.openxmlformats.org/officeDocument/2006/relationships/slide" Target="../slides/slide154.xml"/><Relationship Id="rId2" Type="http://schemas.openxmlformats.org/officeDocument/2006/relationships/notesMaster" Target="../notesMasters/notesMaster1.xml"/></Relationships>

</file>

<file path=ppt/notesSlides/_rels/notesSlide78.xml.rels><?xml version="1.0" encoding="UTF-8"?>
<Relationships xmlns="http://schemas.openxmlformats.org/package/2006/relationships"><Relationship Id="rId1" Type="http://schemas.openxmlformats.org/officeDocument/2006/relationships/slide" Target="../slides/slide156.xml"/><Relationship Id="rId2" Type="http://schemas.openxmlformats.org/officeDocument/2006/relationships/notesMaster" Target="../notesMasters/notesMaster1.xml"/></Relationships>

</file>

<file path=ppt/notesSlides/_rels/notesSlide79.xml.rels><?xml version="1.0" encoding="UTF-8"?>
<Relationships xmlns="http://schemas.openxmlformats.org/package/2006/relationships"><Relationship Id="rId1" Type="http://schemas.openxmlformats.org/officeDocument/2006/relationships/slide" Target="../slides/slide158.xml"/><Relationship Id="rId2" Type="http://schemas.openxmlformats.org/officeDocument/2006/relationships/notesMaster" Target="../notesMasters/notesMaster1.xml"/></Relationships>

</file>

<file path=ppt/notesSlides/_rels/notesSlide80.xml.rels><?xml version="1.0" encoding="UTF-8"?>
<Relationships xmlns="http://schemas.openxmlformats.org/package/2006/relationships"><Relationship Id="rId1" Type="http://schemas.openxmlformats.org/officeDocument/2006/relationships/slide" Target="../slides/slide160.xml"/><Relationship Id="rId2" Type="http://schemas.openxmlformats.org/officeDocument/2006/relationships/notesMaster" Target="../notesMasters/notesMaster1.xml"/></Relationships>

</file>

<file path=ppt/notesSlides/_rels/notesSlide81.xml.rels><?xml version="1.0" encoding="UTF-8"?>
<Relationships xmlns="http://schemas.openxmlformats.org/package/2006/relationships"><Relationship Id="rId1" Type="http://schemas.openxmlformats.org/officeDocument/2006/relationships/slide" Target="../slides/slide162.xml"/><Relationship Id="rId2" Type="http://schemas.openxmlformats.org/officeDocument/2006/relationships/notesMaster" Target="../notesMasters/notesMaster1.xml"/></Relationships>

</file>

<file path=ppt/notesSlides/_rels/notesSlide82.xml.rels><?xml version="1.0" encoding="UTF-8"?>
<Relationships xmlns="http://schemas.openxmlformats.org/package/2006/relationships"><Relationship Id="rId1" Type="http://schemas.openxmlformats.org/officeDocument/2006/relationships/slide" Target="../slides/slide164.xml"/><Relationship Id="rId2" Type="http://schemas.openxmlformats.org/officeDocument/2006/relationships/notesMaster" Target="../notesMasters/notesMaster1.xml"/></Relationships>

</file>

<file path=ppt/notesSlides/_rels/notesSlide83.xml.rels><?xml version="1.0" encoding="UTF-8"?>
<Relationships xmlns="http://schemas.openxmlformats.org/package/2006/relationships"><Relationship Id="rId1" Type="http://schemas.openxmlformats.org/officeDocument/2006/relationships/slide" Target="../slides/slide166.xml"/><Relationship Id="rId2" Type="http://schemas.openxmlformats.org/officeDocument/2006/relationships/notesMaster" Target="../notesMasters/notesMaster1.xml"/></Relationships>

</file>

<file path=ppt/notesSlides/_rels/notesSlide84.xml.rels><?xml version="1.0" encoding="UTF-8"?>
<Relationships xmlns="http://schemas.openxmlformats.org/package/2006/relationships"><Relationship Id="rId1" Type="http://schemas.openxmlformats.org/officeDocument/2006/relationships/slide" Target="../slides/slide168.xml"/><Relationship Id="rId2" Type="http://schemas.openxmlformats.org/officeDocument/2006/relationships/notesMaster" Target="../notesMasters/notesMaster1.xml"/></Relationships>

</file>

<file path=ppt/notesSlides/_rels/notesSlide85.xml.rels><?xml version="1.0" encoding="UTF-8"?>
<Relationships xmlns="http://schemas.openxmlformats.org/package/2006/relationships"><Relationship Id="rId1" Type="http://schemas.openxmlformats.org/officeDocument/2006/relationships/slide" Target="../slides/slide170.xml"/><Relationship Id="rId2" Type="http://schemas.openxmlformats.org/officeDocument/2006/relationships/notesMaster" Target="../notesMasters/notesMaster1.xml"/></Relationships>

</file>

<file path=ppt/notesSlides/_rels/notesSlide86.xml.rels><?xml version="1.0" encoding="UTF-8"?>
<Relationships xmlns="http://schemas.openxmlformats.org/package/2006/relationships"><Relationship Id="rId1" Type="http://schemas.openxmlformats.org/officeDocument/2006/relationships/slide" Target="../slides/slide172.xml"/><Relationship Id="rId2" Type="http://schemas.openxmlformats.org/officeDocument/2006/relationships/notesMaster" Target="../notesMasters/notesMaster1.xml"/></Relationships>

</file>

<file path=ppt/notesSlides/_rels/notesSlide87.xml.rels><?xml version="1.0" encoding="UTF-8"?>
<Relationships xmlns="http://schemas.openxmlformats.org/package/2006/relationships"><Relationship Id="rId1" Type="http://schemas.openxmlformats.org/officeDocument/2006/relationships/slide" Target="../slides/slide174.xml"/><Relationship Id="rId2" Type="http://schemas.openxmlformats.org/officeDocument/2006/relationships/notesMaster" Target="../notesMasters/notesMaster1.xml"/></Relationships>

</file>

<file path=ppt/notesSlides/_rels/notesSlide88.xml.rels><?xml version="1.0" encoding="UTF-8"?>
<Relationships xmlns="http://schemas.openxmlformats.org/package/2006/relationships"><Relationship Id="rId1" Type="http://schemas.openxmlformats.org/officeDocument/2006/relationships/slide" Target="../slides/slide176.xml"/><Relationship Id="rId2" Type="http://schemas.openxmlformats.org/officeDocument/2006/relationships/notesMaster" Target="../notesMasters/notesMaster1.xml"/></Relationships>

</file>

<file path=ppt/notesSlides/_rels/notesSlide89.xml.rels><?xml version="1.0" encoding="UTF-8"?>
<Relationships xmlns="http://schemas.openxmlformats.org/package/2006/relationships"><Relationship Id="rId1" Type="http://schemas.openxmlformats.org/officeDocument/2006/relationships/slide" Target="../slides/slide178.xml"/><Relationship Id="rId2" Type="http://schemas.openxmlformats.org/officeDocument/2006/relationships/notesMaster" Target="../notesMasters/notesMaster1.xml"/></Relationships>

</file>

<file path=ppt/notesSlides/_rels/notesSlide90.xml.rels><?xml version="1.0" encoding="UTF-8"?>
<Relationships xmlns="http://schemas.openxmlformats.org/package/2006/relationships"><Relationship Id="rId1" Type="http://schemas.openxmlformats.org/officeDocument/2006/relationships/slide" Target="../slides/slide180.xml"/><Relationship Id="rId2" Type="http://schemas.openxmlformats.org/officeDocument/2006/relationships/notesMaster" Target="../notesMasters/notesMaster1.xml"/></Relationships>

</file>

<file path=ppt/notesSlides/_rels/notesSlide91.xml.rels><?xml version="1.0" encoding="UTF-8"?>
<Relationships xmlns="http://schemas.openxmlformats.org/package/2006/relationships"><Relationship Id="rId1" Type="http://schemas.openxmlformats.org/officeDocument/2006/relationships/slide" Target="../slides/slide182.xml"/><Relationship Id="rId2" Type="http://schemas.openxmlformats.org/officeDocument/2006/relationships/notesMaster" Target="../notesMasters/notesMaster1.xml"/></Relationships>

</file>

<file path=ppt/notesSlides/_rels/notesSlide92.xml.rels><?xml version="1.0" encoding="UTF-8"?>
<Relationships xmlns="http://schemas.openxmlformats.org/package/2006/relationships"><Relationship Id="rId1" Type="http://schemas.openxmlformats.org/officeDocument/2006/relationships/slide" Target="../slides/slide184.xml"/><Relationship Id="rId2" Type="http://schemas.openxmlformats.org/officeDocument/2006/relationships/notesMaster" Target="../notesMasters/notesMaster1.xml"/></Relationships>

</file>

<file path=ppt/notesSlides/_rels/notesSlide93.xml.rels><?xml version="1.0" encoding="UTF-8"?>
<Relationships xmlns="http://schemas.openxmlformats.org/package/2006/relationships"><Relationship Id="rId1" Type="http://schemas.openxmlformats.org/officeDocument/2006/relationships/slide" Target="../slides/slide186.xml"/><Relationship Id="rId2" Type="http://schemas.openxmlformats.org/officeDocument/2006/relationships/notesMaster" Target="../notesMasters/notesMaster1.xml"/></Relationships>

</file>

<file path=ppt/notesSlides/_rels/notesSlide94.xml.rels><?xml version="1.0" encoding="UTF-8"?>
<Relationships xmlns="http://schemas.openxmlformats.org/package/2006/relationships"><Relationship Id="rId1" Type="http://schemas.openxmlformats.org/officeDocument/2006/relationships/slide" Target="../slides/slide188.xml"/><Relationship Id="rId2" Type="http://schemas.openxmlformats.org/officeDocument/2006/relationships/notesMaster" Target="../notesMasters/notesMaster1.xml"/></Relationships>

</file>

<file path=ppt/notesSlides/_rels/notesSlide95.xml.rels><?xml version="1.0" encoding="UTF-8"?>
<Relationships xmlns="http://schemas.openxmlformats.org/package/2006/relationships"><Relationship Id="rId1" Type="http://schemas.openxmlformats.org/officeDocument/2006/relationships/slide" Target="../slides/slide190.xml"/><Relationship Id="rId2" Type="http://schemas.openxmlformats.org/officeDocument/2006/relationships/notesMaster" Target="../notesMasters/notesMaster1.xml"/></Relationships>

</file>

<file path=ppt/notesSlides/_rels/notesSlide96.xml.rels><?xml version="1.0" encoding="UTF-8"?>
<Relationships xmlns="http://schemas.openxmlformats.org/package/2006/relationships"><Relationship Id="rId1" Type="http://schemas.openxmlformats.org/officeDocument/2006/relationships/slide" Target="../slides/slide192.xml"/><Relationship Id="rId2" Type="http://schemas.openxmlformats.org/officeDocument/2006/relationships/notesMaster" Target="../notesMasters/notesMaster1.xml"/></Relationships>

</file>

<file path=ppt/notesSlides/_rels/notesSlide97.xml.rels><?xml version="1.0" encoding="UTF-8"?>
<Relationships xmlns="http://schemas.openxmlformats.org/package/2006/relationships"><Relationship Id="rId1" Type="http://schemas.openxmlformats.org/officeDocument/2006/relationships/slide" Target="../slides/slide194.xml"/><Relationship Id="rId2" Type="http://schemas.openxmlformats.org/officeDocument/2006/relationships/notesMaster" Target="../notesMasters/notesMaster1.xml"/></Relationships>

</file>

<file path=ppt/notesSlides/_rels/notesSlide98.xml.rels><?xml version="1.0" encoding="UTF-8"?>
<Relationships xmlns="http://schemas.openxmlformats.org/package/2006/relationships"><Relationship Id="rId1" Type="http://schemas.openxmlformats.org/officeDocument/2006/relationships/slide" Target="../slides/slide196.xml"/><Relationship Id="rId2" Type="http://schemas.openxmlformats.org/officeDocument/2006/relationships/notesMaster" Target="../notesMasters/notesMaster1.xml"/></Relationships>

</file>

<file path=ppt/notesSlides/_rels/notesSlide99.xml.rels><?xml version="1.0" encoding="UTF-8"?>
<Relationships xmlns="http://schemas.openxmlformats.org/package/2006/relationships"><Relationship Id="rId1" Type="http://schemas.openxmlformats.org/officeDocument/2006/relationships/slide" Target="../slides/slide198.xml"/><Relationship Id="rId2" Type="http://schemas.openxmlformats.org/officeDocument/2006/relationships/notesMaster" Target="../notesMasters/notesMaster1.xml"/></Relationships>

</file>

<file path=ppt/notesSlides/_rels/notesSlide100.xml.rels><?xml version="1.0" encoding="UTF-8"?>
<Relationships xmlns="http://schemas.openxmlformats.org/package/2006/relationships"><Relationship Id="rId1" Type="http://schemas.openxmlformats.org/officeDocument/2006/relationships/slide" Target="../slides/slide200.xml"/><Relationship Id="rId2" Type="http://schemas.openxmlformats.org/officeDocument/2006/relationships/notesMaster" Target="../notesMasters/notesMaster1.xml"/></Relationships>

</file>

<file path=ppt/notesSlides/_rels/notesSlide101.xml.rels><?xml version="1.0" encoding="UTF-8"?>
<Relationships xmlns="http://schemas.openxmlformats.org/package/2006/relationships"><Relationship Id="rId1" Type="http://schemas.openxmlformats.org/officeDocument/2006/relationships/slide" Target="../slides/slide202.xml"/><Relationship Id="rId2" Type="http://schemas.openxmlformats.org/officeDocument/2006/relationships/notesMaster" Target="../notesMasters/notesMaster1.xml"/></Relationships>

</file>

<file path=ppt/notesSlides/_rels/notesSlide102.xml.rels><?xml version="1.0" encoding="UTF-8"?>
<Relationships xmlns="http://schemas.openxmlformats.org/package/2006/relationships"><Relationship Id="rId1" Type="http://schemas.openxmlformats.org/officeDocument/2006/relationships/slide" Target="../slides/slide204.xml"/><Relationship Id="rId2" Type="http://schemas.openxmlformats.org/officeDocument/2006/relationships/notesMaster" Target="../notesMasters/notesMaster1.xml"/></Relationships>

</file>

<file path=ppt/notesSlides/_rels/notesSlide103.xml.rels><?xml version="1.0" encoding="UTF-8"?>
<Relationships xmlns="http://schemas.openxmlformats.org/package/2006/relationships"><Relationship Id="rId1" Type="http://schemas.openxmlformats.org/officeDocument/2006/relationships/slide" Target="../slides/slide206.xml"/><Relationship Id="rId2" Type="http://schemas.openxmlformats.org/officeDocument/2006/relationships/notesMaster" Target="../notesMasters/notesMaster1.xml"/></Relationships>

</file>

<file path=ppt/notesSlides/_rels/notesSlide104.xml.rels><?xml version="1.0" encoding="UTF-8"?>
<Relationships xmlns="http://schemas.openxmlformats.org/package/2006/relationships"><Relationship Id="rId1" Type="http://schemas.openxmlformats.org/officeDocument/2006/relationships/slide" Target="../slides/slide208.xml"/><Relationship Id="rId2" Type="http://schemas.openxmlformats.org/officeDocument/2006/relationships/notesMaster" Target="../notesMasters/notesMaster1.xml"/></Relationships>

</file>

<file path=ppt/notesSlides/_rels/notesSlide105.xml.rels><?xml version="1.0" encoding="UTF-8"?>
<Relationships xmlns="http://schemas.openxmlformats.org/package/2006/relationships"><Relationship Id="rId1" Type="http://schemas.openxmlformats.org/officeDocument/2006/relationships/slide" Target="../slides/slide210.xml"/><Relationship Id="rId2" Type="http://schemas.openxmlformats.org/officeDocument/2006/relationships/notesMaster" Target="../notesMasters/notesMaster1.xml"/></Relationships>

</file>

<file path=ppt/notesSlides/_rels/notesSlide106.xml.rels><?xml version="1.0" encoding="UTF-8"?>
<Relationships xmlns="http://schemas.openxmlformats.org/package/2006/relationships"><Relationship Id="rId1" Type="http://schemas.openxmlformats.org/officeDocument/2006/relationships/slide" Target="../slides/slide212.xml"/><Relationship Id="rId2" Type="http://schemas.openxmlformats.org/officeDocument/2006/relationships/notesMaster" Target="../notesMasters/notesMaster1.xml"/></Relationships>

</file>

<file path=ppt/notesSlides/_rels/notesSlide107.xml.rels><?xml version="1.0" encoding="UTF-8"?>
<Relationships xmlns="http://schemas.openxmlformats.org/package/2006/relationships"><Relationship Id="rId1" Type="http://schemas.openxmlformats.org/officeDocument/2006/relationships/slide" Target="../slides/slide214.xml"/><Relationship Id="rId2" Type="http://schemas.openxmlformats.org/officeDocument/2006/relationships/notesMaster" Target="../notesMasters/notesMaster1.xml"/></Relationships>

</file>

<file path=ppt/notesSlides/_rels/notesSlide108.xml.rels><?xml version="1.0" encoding="UTF-8"?>
<Relationships xmlns="http://schemas.openxmlformats.org/package/2006/relationships"><Relationship Id="rId1" Type="http://schemas.openxmlformats.org/officeDocument/2006/relationships/slide" Target="../slides/slide216.xml"/><Relationship Id="rId2" Type="http://schemas.openxmlformats.org/officeDocument/2006/relationships/notesMaster" Target="../notesMasters/notesMaster1.xml"/></Relationships>

</file>

<file path=ppt/notesSlides/_rels/notesSlide109.xml.rels><?xml version="1.0" encoding="UTF-8"?>
<Relationships xmlns="http://schemas.openxmlformats.org/package/2006/relationships"><Relationship Id="rId1" Type="http://schemas.openxmlformats.org/officeDocument/2006/relationships/slide" Target="../slides/slide218.xml"/><Relationship Id="rId2" Type="http://schemas.openxmlformats.org/officeDocument/2006/relationships/notesMaster" Target="../notesMasters/notesMaster1.xml"/></Relationships>

</file>

<file path=ppt/notesSlides/_rels/notesSlide110.xml.rels><?xml version="1.0" encoding="UTF-8"?>
<Relationships xmlns="http://schemas.openxmlformats.org/package/2006/relationships"><Relationship Id="rId1" Type="http://schemas.openxmlformats.org/officeDocument/2006/relationships/slide" Target="../slides/slide220.xml"/><Relationship Id="rId2" Type="http://schemas.openxmlformats.org/officeDocument/2006/relationships/notesMaster" Target="../notesMasters/notesMaster1.xml"/></Relationships>

</file>

<file path=ppt/notesSlides/_rels/notesSlide111.xml.rels><?xml version="1.0" encoding="UTF-8"?>
<Relationships xmlns="http://schemas.openxmlformats.org/package/2006/relationships"><Relationship Id="rId1" Type="http://schemas.openxmlformats.org/officeDocument/2006/relationships/slide" Target="../slides/slide222.xml"/><Relationship Id="rId2" Type="http://schemas.openxmlformats.org/officeDocument/2006/relationships/notesMaster" Target="../notesMasters/notesMaster1.xml"/></Relationships>

</file>

<file path=ppt/notesSlides/_rels/notesSlide112.xml.rels><?xml version="1.0" encoding="UTF-8"?>
<Relationships xmlns="http://schemas.openxmlformats.org/package/2006/relationships"><Relationship Id="rId1" Type="http://schemas.openxmlformats.org/officeDocument/2006/relationships/slide" Target="../slides/slide224.xml"/><Relationship Id="rId2" Type="http://schemas.openxmlformats.org/officeDocument/2006/relationships/notesMaster" Target="../notesMasters/notesMaster1.xml"/></Relationships>

</file>

<file path=ppt/notesSlides/_rels/notesSlide113.xml.rels><?xml version="1.0" encoding="UTF-8"?>
<Relationships xmlns="http://schemas.openxmlformats.org/package/2006/relationships"><Relationship Id="rId1" Type="http://schemas.openxmlformats.org/officeDocument/2006/relationships/slide" Target="../slides/slide226.xml"/><Relationship Id="rId2" Type="http://schemas.openxmlformats.org/officeDocument/2006/relationships/notesMaster" Target="../notesMasters/notesMaster1.xml"/></Relationships>

</file>

<file path=ppt/notesSlides/_rels/notesSlide114.xml.rels><?xml version="1.0" encoding="UTF-8"?>
<Relationships xmlns="http://schemas.openxmlformats.org/package/2006/relationships"><Relationship Id="rId1" Type="http://schemas.openxmlformats.org/officeDocument/2006/relationships/slide" Target="../slides/slide228.xml"/><Relationship Id="rId2" Type="http://schemas.openxmlformats.org/officeDocument/2006/relationships/notesMaster" Target="../notesMasters/notesMaster1.xml"/></Relationships>

</file>

<file path=ppt/notesSlides/_rels/notesSlide115.xml.rels><?xml version="1.0" encoding="UTF-8"?>
<Relationships xmlns="http://schemas.openxmlformats.org/package/2006/relationships"><Relationship Id="rId1" Type="http://schemas.openxmlformats.org/officeDocument/2006/relationships/slide" Target="../slides/slide230.xml"/><Relationship Id="rId2" Type="http://schemas.openxmlformats.org/officeDocument/2006/relationships/notesMaster" Target="../notesMasters/notesMaster1.xml"/></Relationships>

</file>

<file path=ppt/notesSlides/_rels/notesSlide116.xml.rels><?xml version="1.0" encoding="UTF-8"?>
<Relationships xmlns="http://schemas.openxmlformats.org/package/2006/relationships"><Relationship Id="rId1" Type="http://schemas.openxmlformats.org/officeDocument/2006/relationships/slide" Target="../slides/slide232.xml"/><Relationship Id="rId2" Type="http://schemas.openxmlformats.org/officeDocument/2006/relationships/notesMaster" Target="../notesMasters/notesMaster1.xml"/></Relationships>

</file>

<file path=ppt/notesSlides/_rels/notesSlide117.xml.rels><?xml version="1.0" encoding="UTF-8"?>
<Relationships xmlns="http://schemas.openxmlformats.org/package/2006/relationships"><Relationship Id="rId1" Type="http://schemas.openxmlformats.org/officeDocument/2006/relationships/slide" Target="../slides/slide234.xml"/><Relationship Id="rId2" Type="http://schemas.openxmlformats.org/officeDocument/2006/relationships/notesMaster" Target="../notesMasters/notesMaster1.xml"/></Relationships>

</file>

<file path=ppt/notesSlides/_rels/notesSlide118.xml.rels><?xml version="1.0" encoding="UTF-8"?>
<Relationships xmlns="http://schemas.openxmlformats.org/package/2006/relationships"><Relationship Id="rId1" Type="http://schemas.openxmlformats.org/officeDocument/2006/relationships/slide" Target="../slides/slide236.xml"/><Relationship Id="rId2" Type="http://schemas.openxmlformats.org/officeDocument/2006/relationships/notesMaster" Target="../notesMasters/notesMaster1.xml"/></Relationships>

</file>

<file path=ppt/notesSlides/_rels/notesSlide119.xml.rels><?xml version="1.0" encoding="UTF-8"?>
<Relationships xmlns="http://schemas.openxmlformats.org/package/2006/relationships"><Relationship Id="rId1" Type="http://schemas.openxmlformats.org/officeDocument/2006/relationships/slide" Target="../slides/slide238.xml"/><Relationship Id="rId2" Type="http://schemas.openxmlformats.org/officeDocument/2006/relationships/notesMaster" Target="../notesMasters/notesMaster1.xml"/></Relationships>

</file>

<file path=ppt/notesSlides/_rels/notesSlide120.xml.rels><?xml version="1.0" encoding="UTF-8"?>
<Relationships xmlns="http://schemas.openxmlformats.org/package/2006/relationships"><Relationship Id="rId1" Type="http://schemas.openxmlformats.org/officeDocument/2006/relationships/slide" Target="../slides/slide240.xml"/><Relationship Id="rId2" Type="http://schemas.openxmlformats.org/officeDocument/2006/relationships/notesMaster" Target="../notesMasters/notesMaster1.xml"/></Relationships>

</file>

<file path=ppt/notesSlides/_rels/notesSlide121.xml.rels><?xml version="1.0" encoding="UTF-8"?>
<Relationships xmlns="http://schemas.openxmlformats.org/package/2006/relationships"><Relationship Id="rId1" Type="http://schemas.openxmlformats.org/officeDocument/2006/relationships/slide" Target="../slides/slide242.xml"/><Relationship Id="rId2" Type="http://schemas.openxmlformats.org/officeDocument/2006/relationships/notesMaster" Target="../notesMasters/notesMaster1.xml"/></Relationships>

</file>

<file path=ppt/notesSlides/_rels/notesSlide122.xml.rels><?xml version="1.0" encoding="UTF-8"?>
<Relationships xmlns="http://schemas.openxmlformats.org/package/2006/relationships"><Relationship Id="rId1" Type="http://schemas.openxmlformats.org/officeDocument/2006/relationships/slide" Target="../slides/slide244.xml"/><Relationship Id="rId2" Type="http://schemas.openxmlformats.org/officeDocument/2006/relationships/notesMaster" Target="../notesMasters/notesMaster1.xml"/></Relationships>

</file>

<file path=ppt/notesSlides/_rels/notesSlide123.xml.rels><?xml version="1.0" encoding="UTF-8"?>
<Relationships xmlns="http://schemas.openxmlformats.org/package/2006/relationships"><Relationship Id="rId1" Type="http://schemas.openxmlformats.org/officeDocument/2006/relationships/slide" Target="../slides/slide246.xml"/><Relationship Id="rId2" Type="http://schemas.openxmlformats.org/officeDocument/2006/relationships/notesMaster" Target="../notesMasters/notesMaster1.xml"/></Relationships>

</file>

<file path=ppt/notesSlides/_rels/notesSlide124.xml.rels><?xml version="1.0" encoding="UTF-8"?>
<Relationships xmlns="http://schemas.openxmlformats.org/package/2006/relationships"><Relationship Id="rId1" Type="http://schemas.openxmlformats.org/officeDocument/2006/relationships/slide" Target="../slides/slide248.xml"/><Relationship Id="rId2" Type="http://schemas.openxmlformats.org/officeDocument/2006/relationships/notesMaster" Target="../notesMasters/notesMaster1.xml"/></Relationships>

</file>

<file path=ppt/notesSlides/_rels/notesSlide125.xml.rels><?xml version="1.0" encoding="UTF-8"?>
<Relationships xmlns="http://schemas.openxmlformats.org/package/2006/relationships"><Relationship Id="rId1" Type="http://schemas.openxmlformats.org/officeDocument/2006/relationships/slide" Target="../slides/slide250.xml"/><Relationship Id="rId2" Type="http://schemas.openxmlformats.org/officeDocument/2006/relationships/notesMaster" Target="../notesMasters/notesMaster1.xml"/></Relationships>

</file>

<file path=ppt/notesSlides/_rels/notesSlide126.xml.rels><?xml version="1.0" encoding="UTF-8"?>
<Relationships xmlns="http://schemas.openxmlformats.org/package/2006/relationships"><Relationship Id="rId1" Type="http://schemas.openxmlformats.org/officeDocument/2006/relationships/slide" Target="../slides/slide252.xml"/><Relationship Id="rId2" Type="http://schemas.openxmlformats.org/officeDocument/2006/relationships/notesMaster" Target="../notesMasters/notesMaster1.xml"/></Relationships>

</file>

<file path=ppt/notesSlides/_rels/notesSlide127.xml.rels><?xml version="1.0" encoding="UTF-8"?>
<Relationships xmlns="http://schemas.openxmlformats.org/package/2006/relationships"><Relationship Id="rId1" Type="http://schemas.openxmlformats.org/officeDocument/2006/relationships/slide" Target="../slides/slide254.xml"/><Relationship Id="rId2" Type="http://schemas.openxmlformats.org/officeDocument/2006/relationships/notesMaster" Target="../notesMasters/notesMaster1.xml"/></Relationships>

</file>

<file path=ppt/notesSlides/_rels/notesSlide128.xml.rels><?xml version="1.0" encoding="UTF-8"?>
<Relationships xmlns="http://schemas.openxmlformats.org/package/2006/relationships"><Relationship Id="rId1" Type="http://schemas.openxmlformats.org/officeDocument/2006/relationships/slide" Target="../slides/slide256.xml"/><Relationship Id="rId2" Type="http://schemas.openxmlformats.org/officeDocument/2006/relationships/notesMaster" Target="../notesMasters/notesMaster1.xml"/></Relationships>

</file>

<file path=ppt/notesSlides/_rels/notesSlide129.xml.rels><?xml version="1.0" encoding="UTF-8"?>
<Relationships xmlns="http://schemas.openxmlformats.org/package/2006/relationships"><Relationship Id="rId1" Type="http://schemas.openxmlformats.org/officeDocument/2006/relationships/slide" Target="../slides/slide258.xml"/><Relationship Id="rId2" Type="http://schemas.openxmlformats.org/officeDocument/2006/relationships/notesMaster" Target="../notesMasters/notesMaster1.xml"/></Relationships>

</file>

<file path=ppt/notesSlides/_rels/notesSlide130.xml.rels><?xml version="1.0" encoding="UTF-8"?>
<Relationships xmlns="http://schemas.openxmlformats.org/package/2006/relationships"><Relationship Id="rId1" Type="http://schemas.openxmlformats.org/officeDocument/2006/relationships/slide" Target="../slides/slide260.xml"/><Relationship Id="rId2" Type="http://schemas.openxmlformats.org/officeDocument/2006/relationships/notesMaster" Target="../notesMasters/notesMaster1.xml"/></Relationships>

</file>

<file path=ppt/notesSlides/_rels/notesSlide131.xml.rels><?xml version="1.0" encoding="UTF-8"?>
<Relationships xmlns="http://schemas.openxmlformats.org/package/2006/relationships"><Relationship Id="rId1" Type="http://schemas.openxmlformats.org/officeDocument/2006/relationships/slide" Target="../slides/slide262.xml"/><Relationship Id="rId2" Type="http://schemas.openxmlformats.org/officeDocument/2006/relationships/notesMaster" Target="../notesMasters/notesMaster1.xml"/></Relationships>

</file>

<file path=ppt/notesSlides/_rels/notesSlide132.xml.rels><?xml version="1.0" encoding="UTF-8"?>
<Relationships xmlns="http://schemas.openxmlformats.org/package/2006/relationships"><Relationship Id="rId1" Type="http://schemas.openxmlformats.org/officeDocument/2006/relationships/slide" Target="../slides/slide264.xml"/><Relationship Id="rId2" Type="http://schemas.openxmlformats.org/officeDocument/2006/relationships/notesMaster" Target="../notesMasters/notesMaster1.xml"/></Relationships>

</file>

<file path=ppt/notesSlides/_rels/notesSlide133.xml.rels><?xml version="1.0" encoding="UTF-8"?>
<Relationships xmlns="http://schemas.openxmlformats.org/package/2006/relationships"><Relationship Id="rId1" Type="http://schemas.openxmlformats.org/officeDocument/2006/relationships/slide" Target="../slides/slide266.xml"/><Relationship Id="rId2" Type="http://schemas.openxmlformats.org/officeDocument/2006/relationships/notesMaster" Target="../notesMasters/notesMaster1.xml"/></Relationships>

</file>

<file path=ppt/notesSlides/_rels/notesSlide134.xml.rels><?xml version="1.0" encoding="UTF-8"?>
<Relationships xmlns="http://schemas.openxmlformats.org/package/2006/relationships"><Relationship Id="rId1" Type="http://schemas.openxmlformats.org/officeDocument/2006/relationships/slide" Target="../slides/slide268.xml"/><Relationship Id="rId2" Type="http://schemas.openxmlformats.org/officeDocument/2006/relationships/notesMaster" Target="../notesMasters/notesMaster1.xml"/></Relationships>

</file>

<file path=ppt/notesSlides/_rels/notesSlide135.xml.rels><?xml version="1.0" encoding="UTF-8"?>
<Relationships xmlns="http://schemas.openxmlformats.org/package/2006/relationships"><Relationship Id="rId1" Type="http://schemas.openxmlformats.org/officeDocument/2006/relationships/slide" Target="../slides/slide270.xml"/><Relationship Id="rId2" Type="http://schemas.openxmlformats.org/officeDocument/2006/relationships/notesMaster" Target="../notesMasters/notesMaster1.xml"/></Relationships>

</file>

<file path=ppt/notesSlides/_rels/notesSlide136.xml.rels><?xml version="1.0" encoding="UTF-8"?>
<Relationships xmlns="http://schemas.openxmlformats.org/package/2006/relationships"><Relationship Id="rId1" Type="http://schemas.openxmlformats.org/officeDocument/2006/relationships/slide" Target="../slides/slide272.xml"/><Relationship Id="rId2" Type="http://schemas.openxmlformats.org/officeDocument/2006/relationships/notesMaster" Target="../notesMasters/notesMaster1.xml"/></Relationships>

</file>

<file path=ppt/notesSlides/_rels/notesSlide137.xml.rels><?xml version="1.0" encoding="UTF-8"?>
<Relationships xmlns="http://schemas.openxmlformats.org/package/2006/relationships"><Relationship Id="rId1" Type="http://schemas.openxmlformats.org/officeDocument/2006/relationships/slide" Target="../slides/slide274.xml"/><Relationship Id="rId2" Type="http://schemas.openxmlformats.org/officeDocument/2006/relationships/notesMaster" Target="../notesMasters/notesMaster1.xml"/></Relationships>

</file>

<file path=ppt/notesSlides/_rels/notesSlide138.xml.rels><?xml version="1.0" encoding="UTF-8"?>
<Relationships xmlns="http://schemas.openxmlformats.org/package/2006/relationships"><Relationship Id="rId1" Type="http://schemas.openxmlformats.org/officeDocument/2006/relationships/slide" Target="../slides/slide276.xml"/><Relationship Id="rId2" Type="http://schemas.openxmlformats.org/officeDocument/2006/relationships/notesMaster" Target="../notesMasters/notesMaster1.xml"/></Relationships>

</file>

<file path=ppt/notesSlides/_rels/notesSlide139.xml.rels><?xml version="1.0" encoding="UTF-8"?>
<Relationships xmlns="http://schemas.openxmlformats.org/package/2006/relationships"><Relationship Id="rId1" Type="http://schemas.openxmlformats.org/officeDocument/2006/relationships/slide" Target="../slides/slide278.xml"/><Relationship Id="rId2" Type="http://schemas.openxmlformats.org/officeDocument/2006/relationships/notesMaster" Target="../notesMasters/notesMaster1.xml"/></Relationships>

</file>

<file path=ppt/notesSlides/_rels/notesSlide140.xml.rels><?xml version="1.0" encoding="UTF-8"?>
<Relationships xmlns="http://schemas.openxmlformats.org/package/2006/relationships"><Relationship Id="rId1" Type="http://schemas.openxmlformats.org/officeDocument/2006/relationships/slide" Target="../slides/slide280.xml"/><Relationship Id="rId2" Type="http://schemas.openxmlformats.org/officeDocument/2006/relationships/notesMaster" Target="../notesMasters/notesMaster1.xml"/></Relationships>

</file>

<file path=ppt/notesSlides/_rels/notesSlide141.xml.rels><?xml version="1.0" encoding="UTF-8"?>
<Relationships xmlns="http://schemas.openxmlformats.org/package/2006/relationships"><Relationship Id="rId1" Type="http://schemas.openxmlformats.org/officeDocument/2006/relationships/slide" Target="../slides/slide282.xml"/><Relationship Id="rId2" Type="http://schemas.openxmlformats.org/officeDocument/2006/relationships/notesMaster" Target="../notesMasters/notesMaster1.xml"/></Relationships>

</file>

<file path=ppt/notesSlides/_rels/notesSlide142.xml.rels><?xml version="1.0" encoding="UTF-8"?>
<Relationships xmlns="http://schemas.openxmlformats.org/package/2006/relationships"><Relationship Id="rId1" Type="http://schemas.openxmlformats.org/officeDocument/2006/relationships/slide" Target="../slides/slide284.xml"/><Relationship Id="rId2" Type="http://schemas.openxmlformats.org/officeDocument/2006/relationships/notesMaster" Target="../notesMasters/notesMaster1.xml"/></Relationships>

</file>

<file path=ppt/notesSlides/_rels/notesSlide143.xml.rels><?xml version="1.0" encoding="UTF-8"?>
<Relationships xmlns="http://schemas.openxmlformats.org/package/2006/relationships"><Relationship Id="rId1" Type="http://schemas.openxmlformats.org/officeDocument/2006/relationships/slide" Target="../slides/slide286.xml"/><Relationship Id="rId2" Type="http://schemas.openxmlformats.org/officeDocument/2006/relationships/notesMaster" Target="../notesMasters/notesMaster1.xml"/></Relationships>

</file>

<file path=ppt/notesSlides/_rels/notesSlide144.xml.rels><?xml version="1.0" encoding="UTF-8"?>
<Relationships xmlns="http://schemas.openxmlformats.org/package/2006/relationships"><Relationship Id="rId1" Type="http://schemas.openxmlformats.org/officeDocument/2006/relationships/slide" Target="../slides/slide288.xml"/><Relationship Id="rId2" Type="http://schemas.openxmlformats.org/officeDocument/2006/relationships/notesMaster" Target="../notesMasters/notesMaster1.xml"/></Relationships>

</file>

<file path=ppt/notesSlides/_rels/notesSlide145.xml.rels><?xml version="1.0" encoding="UTF-8"?>
<Relationships xmlns="http://schemas.openxmlformats.org/package/2006/relationships"><Relationship Id="rId1" Type="http://schemas.openxmlformats.org/officeDocument/2006/relationships/slide" Target="../slides/slide290.xml"/><Relationship Id="rId2" Type="http://schemas.openxmlformats.org/officeDocument/2006/relationships/notesMaster" Target="../notesMasters/notesMaster1.xml"/></Relationships>

</file>

<file path=ppt/notesSlides/_rels/notesSlide146.xml.rels><?xml version="1.0" encoding="UTF-8"?>
<Relationships xmlns="http://schemas.openxmlformats.org/package/2006/relationships"><Relationship Id="rId1" Type="http://schemas.openxmlformats.org/officeDocument/2006/relationships/slide" Target="../slides/slide292.xml"/><Relationship Id="rId2" Type="http://schemas.openxmlformats.org/officeDocument/2006/relationships/notesMaster" Target="../notesMasters/notesMaster1.xml"/></Relationships>

</file>

<file path=ppt/notesSlides/_rels/notesSlide147.xml.rels><?xml version="1.0" encoding="UTF-8"?>
<Relationships xmlns="http://schemas.openxmlformats.org/package/2006/relationships"><Relationship Id="rId1" Type="http://schemas.openxmlformats.org/officeDocument/2006/relationships/slide" Target="../slides/slide294.xml"/><Relationship Id="rId2" Type="http://schemas.openxmlformats.org/officeDocument/2006/relationships/notesMaster" Target="../notesMasters/notesMaster1.xml"/></Relationships>

</file>

<file path=ppt/notesSlides/_rels/notesSlide148.xml.rels><?xml version="1.0" encoding="UTF-8"?>
<Relationships xmlns="http://schemas.openxmlformats.org/package/2006/relationships"><Relationship Id="rId1" Type="http://schemas.openxmlformats.org/officeDocument/2006/relationships/slide" Target="../slides/slide296.xml"/><Relationship Id="rId2" Type="http://schemas.openxmlformats.org/officeDocument/2006/relationships/notesMaster" Target="../notesMasters/notesMaster1.xml"/></Relationships>

</file>

<file path=ppt/notesSlides/_rels/notesSlide149.xml.rels><?xml version="1.0" encoding="UTF-8"?>
<Relationships xmlns="http://schemas.openxmlformats.org/package/2006/relationships"><Relationship Id="rId1" Type="http://schemas.openxmlformats.org/officeDocument/2006/relationships/slide" Target="../slides/slide298.xml"/><Relationship Id="rId2" Type="http://schemas.openxmlformats.org/officeDocument/2006/relationships/notesMaster" Target="../notesMasters/notesMaster1.xml"/></Relationships>

</file>

<file path=ppt/notesSlides/_rels/notesSlide150.xml.rels><?xml version="1.0" encoding="UTF-8"?>
<Relationships xmlns="http://schemas.openxmlformats.org/package/2006/relationships"><Relationship Id="rId1" Type="http://schemas.openxmlformats.org/officeDocument/2006/relationships/slide" Target="../slides/slide300.xml"/><Relationship Id="rId2" Type="http://schemas.openxmlformats.org/officeDocument/2006/relationships/notesMaster" Target="../notesMasters/notesMaster1.xml"/></Relationships>

</file>

<file path=ppt/notesSlides/_rels/notesSlide151.xml.rels><?xml version="1.0" encoding="UTF-8"?>
<Relationships xmlns="http://schemas.openxmlformats.org/package/2006/relationships"><Relationship Id="rId1" Type="http://schemas.openxmlformats.org/officeDocument/2006/relationships/slide" Target="../slides/slide302.xml"/><Relationship Id="rId2" Type="http://schemas.openxmlformats.org/officeDocument/2006/relationships/notesMaster" Target="../notesMasters/notesMaster1.xml"/></Relationships>

</file>

<file path=ppt/notesSlides/_rels/notesSlide152.xml.rels><?xml version="1.0" encoding="UTF-8"?>
<Relationships xmlns="http://schemas.openxmlformats.org/package/2006/relationships"><Relationship Id="rId1" Type="http://schemas.openxmlformats.org/officeDocument/2006/relationships/slide" Target="../slides/slide304.xml"/><Relationship Id="rId2" Type="http://schemas.openxmlformats.org/officeDocument/2006/relationships/notesMaster" Target="../notesMasters/notesMaster1.xml"/></Relationships>

</file>

<file path=ppt/notesSlides/_rels/notesSlide153.xml.rels><?xml version="1.0" encoding="UTF-8"?>
<Relationships xmlns="http://schemas.openxmlformats.org/package/2006/relationships"><Relationship Id="rId1" Type="http://schemas.openxmlformats.org/officeDocument/2006/relationships/slide" Target="../slides/slide306.xml"/><Relationship Id="rId2" Type="http://schemas.openxmlformats.org/officeDocument/2006/relationships/notesMaster" Target="../notesMasters/notesMaster1.xml"/></Relationships>

</file>

<file path=ppt/notesSlides/_rels/notesSlide154.xml.rels><?xml version="1.0" encoding="UTF-8"?>
<Relationships xmlns="http://schemas.openxmlformats.org/package/2006/relationships"><Relationship Id="rId1" Type="http://schemas.openxmlformats.org/officeDocument/2006/relationships/slide" Target="../slides/slide308.xml"/><Relationship Id="rId2" Type="http://schemas.openxmlformats.org/officeDocument/2006/relationships/notesMaster" Target="../notesMasters/notesMaster1.xml"/></Relationships>

</file>

<file path=ppt/notesSlides/_rels/notesSlide155.xml.rels><?xml version="1.0" encoding="UTF-8"?>
<Relationships xmlns="http://schemas.openxmlformats.org/package/2006/relationships"><Relationship Id="rId1" Type="http://schemas.openxmlformats.org/officeDocument/2006/relationships/slide" Target="../slides/slide310.xml"/><Relationship Id="rId2" Type="http://schemas.openxmlformats.org/officeDocument/2006/relationships/notesMaster" Target="../notesMasters/notesMaster1.xml"/></Relationships>

</file>

<file path=ppt/notesSlides/_rels/notesSlide156.xml.rels><?xml version="1.0" encoding="UTF-8"?>
<Relationships xmlns="http://schemas.openxmlformats.org/package/2006/relationships"><Relationship Id="rId1" Type="http://schemas.openxmlformats.org/officeDocument/2006/relationships/slide" Target="../slides/slide312.xml"/><Relationship Id="rId2" Type="http://schemas.openxmlformats.org/officeDocument/2006/relationships/notesMaster" Target="../notesMasters/notesMaster1.xml"/></Relationships>

</file>

<file path=ppt/notesSlides/_rels/notesSlide157.xml.rels><?xml version="1.0" encoding="UTF-8"?>
<Relationships xmlns="http://schemas.openxmlformats.org/package/2006/relationships"><Relationship Id="rId1" Type="http://schemas.openxmlformats.org/officeDocument/2006/relationships/slide" Target="../slides/slide314.xml"/><Relationship Id="rId2" Type="http://schemas.openxmlformats.org/officeDocument/2006/relationships/notesMaster" Target="../notesMasters/notesMaster1.xml"/></Relationships>

</file>

<file path=ppt/notesSlides/_rels/notesSlide158.xml.rels><?xml version="1.0" encoding="UTF-8"?>
<Relationships xmlns="http://schemas.openxmlformats.org/package/2006/relationships"><Relationship Id="rId1" Type="http://schemas.openxmlformats.org/officeDocument/2006/relationships/slide" Target="../slides/slide316.xml"/><Relationship Id="rId2" Type="http://schemas.openxmlformats.org/officeDocument/2006/relationships/notesMaster" Target="../notesMasters/notesMaster1.xml"/></Relationships>

</file>

<file path=ppt/notesSlides/_rels/notesSlide159.xml.rels><?xml version="1.0" encoding="UTF-8"?>
<Relationships xmlns="http://schemas.openxmlformats.org/package/2006/relationships"><Relationship Id="rId1" Type="http://schemas.openxmlformats.org/officeDocument/2006/relationships/slide" Target="../slides/slide318.xml"/><Relationship Id="rId2" Type="http://schemas.openxmlformats.org/officeDocument/2006/relationships/notesMaster" Target="../notesMasters/notesMaster1.xml"/></Relationships>

</file>

<file path=ppt/notesSlides/_rels/notesSlide160.xml.rels><?xml version="1.0" encoding="UTF-8"?>
<Relationships xmlns="http://schemas.openxmlformats.org/package/2006/relationships"><Relationship Id="rId1" Type="http://schemas.openxmlformats.org/officeDocument/2006/relationships/slide" Target="../slides/slide320.xml"/><Relationship Id="rId2" Type="http://schemas.openxmlformats.org/officeDocument/2006/relationships/notesMaster" Target="../notesMasters/notesMaster1.xml"/></Relationships>

</file>

<file path=ppt/notesSlides/_rels/notesSlide161.xml.rels><?xml version="1.0" encoding="UTF-8"?>
<Relationships xmlns="http://schemas.openxmlformats.org/package/2006/relationships"><Relationship Id="rId1" Type="http://schemas.openxmlformats.org/officeDocument/2006/relationships/slide" Target="../slides/slide322.xml"/><Relationship Id="rId2" Type="http://schemas.openxmlformats.org/officeDocument/2006/relationships/notesMaster" Target="../notesMasters/notesMaster1.xml"/></Relationships>

</file>

<file path=ppt/notesSlides/_rels/notesSlide162.xml.rels><?xml version="1.0" encoding="UTF-8"?>
<Relationships xmlns="http://schemas.openxmlformats.org/package/2006/relationships"><Relationship Id="rId1" Type="http://schemas.openxmlformats.org/officeDocument/2006/relationships/slide" Target="../slides/slide324.xml"/><Relationship Id="rId2" Type="http://schemas.openxmlformats.org/officeDocument/2006/relationships/notesMaster" Target="../notesMasters/notesMaster1.xml"/></Relationships>

</file>

<file path=ppt/notesSlides/_rels/notesSlide163.xml.rels><?xml version="1.0" encoding="UTF-8"?>
<Relationships xmlns="http://schemas.openxmlformats.org/package/2006/relationships"><Relationship Id="rId1" Type="http://schemas.openxmlformats.org/officeDocument/2006/relationships/slide" Target="../slides/slide326.xml"/><Relationship Id="rId2" Type="http://schemas.openxmlformats.org/officeDocument/2006/relationships/notesMaster" Target="../notesMasters/notesMaster1.xml"/></Relationships>

</file>

<file path=ppt/notesSlides/_rels/notesSlide164.xml.rels><?xml version="1.0" encoding="UTF-8"?>
<Relationships xmlns="http://schemas.openxmlformats.org/package/2006/relationships"><Relationship Id="rId1" Type="http://schemas.openxmlformats.org/officeDocument/2006/relationships/slide" Target="../slides/slide328.xml"/><Relationship Id="rId2" Type="http://schemas.openxmlformats.org/officeDocument/2006/relationships/notesMaster" Target="../notesMasters/notesMaster1.xml"/></Relationships>

</file>

<file path=ppt/notesSlides/_rels/notesSlide165.xml.rels><?xml version="1.0" encoding="UTF-8"?>
<Relationships xmlns="http://schemas.openxmlformats.org/package/2006/relationships"><Relationship Id="rId1" Type="http://schemas.openxmlformats.org/officeDocument/2006/relationships/slide" Target="../slides/slide330.xml"/><Relationship Id="rId2" Type="http://schemas.openxmlformats.org/officeDocument/2006/relationships/notesMaster" Target="../notesMasters/notesMaster1.xml"/></Relationships>

</file>

<file path=ppt/notesSlides/_rels/notesSlide166.xml.rels><?xml version="1.0" encoding="UTF-8"?>
<Relationships xmlns="http://schemas.openxmlformats.org/package/2006/relationships"><Relationship Id="rId1" Type="http://schemas.openxmlformats.org/officeDocument/2006/relationships/slide" Target="../slides/slide332.xml"/><Relationship Id="rId2" Type="http://schemas.openxmlformats.org/officeDocument/2006/relationships/notesMaster" Target="../notesMasters/notesMaster1.xml"/></Relationships>

</file>

<file path=ppt/notesSlides/_rels/notesSlide167.xml.rels><?xml version="1.0" encoding="UTF-8"?>
<Relationships xmlns="http://schemas.openxmlformats.org/package/2006/relationships"><Relationship Id="rId1" Type="http://schemas.openxmlformats.org/officeDocument/2006/relationships/slide" Target="../slides/slide334.xml"/><Relationship Id="rId2" Type="http://schemas.openxmlformats.org/officeDocument/2006/relationships/notesMaster" Target="../notesMasters/notesMaster1.xml"/></Relationships>

</file>

<file path=ppt/notesSlides/_rels/notesSlide168.xml.rels><?xml version="1.0" encoding="UTF-8"?>
<Relationships xmlns="http://schemas.openxmlformats.org/package/2006/relationships"><Relationship Id="rId1" Type="http://schemas.openxmlformats.org/officeDocument/2006/relationships/slide" Target="../slides/slide336.xml"/><Relationship Id="rId2" Type="http://schemas.openxmlformats.org/officeDocument/2006/relationships/notesMaster" Target="../notesMasters/notesMaster1.xml"/></Relationships>

</file>

<file path=ppt/notesSlides/_rels/notesSlide169.xml.rels><?xml version="1.0" encoding="UTF-8"?>
<Relationships xmlns="http://schemas.openxmlformats.org/package/2006/relationships"><Relationship Id="rId1" Type="http://schemas.openxmlformats.org/officeDocument/2006/relationships/slide" Target="../slides/slide338.xml"/><Relationship Id="rId2" Type="http://schemas.openxmlformats.org/officeDocument/2006/relationships/notesMaster" Target="../notesMasters/notesMaster1.xml"/></Relationships>

</file>

<file path=ppt/notesSlides/_rels/notesSlide170.xml.rels><?xml version="1.0" encoding="UTF-8"?>
<Relationships xmlns="http://schemas.openxmlformats.org/package/2006/relationships"><Relationship Id="rId1" Type="http://schemas.openxmlformats.org/officeDocument/2006/relationships/slide" Target="../slides/slide340.xml"/><Relationship Id="rId2" Type="http://schemas.openxmlformats.org/officeDocument/2006/relationships/notesMaster" Target="../notesMasters/notesMaster1.xml"/></Relationships>

</file>

<file path=ppt/notesSlides/_rels/notesSlide171.xml.rels><?xml version="1.0" encoding="UTF-8"?>
<Relationships xmlns="http://schemas.openxmlformats.org/package/2006/relationships"><Relationship Id="rId1" Type="http://schemas.openxmlformats.org/officeDocument/2006/relationships/slide" Target="../slides/slide342.xml"/><Relationship Id="rId2" Type="http://schemas.openxmlformats.org/officeDocument/2006/relationships/notesMaster" Target="../notesMasters/notesMaster1.xml"/></Relationships>

</file>

<file path=ppt/notesSlides/_rels/notesSlide172.xml.rels><?xml version="1.0" encoding="UTF-8"?>
<Relationships xmlns="http://schemas.openxmlformats.org/package/2006/relationships"><Relationship Id="rId1" Type="http://schemas.openxmlformats.org/officeDocument/2006/relationships/slide" Target="../slides/slide344.xml"/><Relationship Id="rId2" Type="http://schemas.openxmlformats.org/officeDocument/2006/relationships/notesMaster" Target="../notesMasters/notesMaster1.xml"/></Relationships>

</file>

<file path=ppt/notesSlides/_rels/notesSlide173.xml.rels><?xml version="1.0" encoding="UTF-8"?>
<Relationships xmlns="http://schemas.openxmlformats.org/package/2006/relationships"><Relationship Id="rId1" Type="http://schemas.openxmlformats.org/officeDocument/2006/relationships/slide" Target="../slides/slide346.xml"/><Relationship Id="rId2" Type="http://schemas.openxmlformats.org/officeDocument/2006/relationships/notesMaster" Target="../notesMasters/notesMaster1.xml"/></Relationships>

</file>

<file path=ppt/notesSlides/_rels/notesSlide174.xml.rels><?xml version="1.0" encoding="UTF-8"?>
<Relationships xmlns="http://schemas.openxmlformats.org/package/2006/relationships"><Relationship Id="rId1" Type="http://schemas.openxmlformats.org/officeDocument/2006/relationships/slide" Target="../slides/slide348.xml"/><Relationship Id="rId2" Type="http://schemas.openxmlformats.org/officeDocument/2006/relationships/notesMaster" Target="../notesMasters/notesMaster1.xml"/></Relationships>

</file>

<file path=ppt/notesSlides/_rels/notesSlide175.xml.rels><?xml version="1.0" encoding="UTF-8"?>
<Relationships xmlns="http://schemas.openxmlformats.org/package/2006/relationships"><Relationship Id="rId1" Type="http://schemas.openxmlformats.org/officeDocument/2006/relationships/slide" Target="../slides/slide350.xml"/><Relationship Id="rId2" Type="http://schemas.openxmlformats.org/officeDocument/2006/relationships/notesMaster" Target="../notesMasters/notesMaster1.xml"/></Relationships>

</file>

<file path=ppt/notesSlides/_rels/notesSlide176.xml.rels><?xml version="1.0" encoding="UTF-8"?>
<Relationships xmlns="http://schemas.openxmlformats.org/package/2006/relationships"><Relationship Id="rId1" Type="http://schemas.openxmlformats.org/officeDocument/2006/relationships/slide" Target="../slides/slide352.xml"/><Relationship Id="rId2" Type="http://schemas.openxmlformats.org/officeDocument/2006/relationships/notesMaster" Target="../notesMasters/notesMaster1.xml"/></Relationships>

</file>

<file path=ppt/notesSlides/_rels/notesSlide177.xml.rels><?xml version="1.0" encoding="UTF-8"?>
<Relationships xmlns="http://schemas.openxmlformats.org/package/2006/relationships"><Relationship Id="rId1" Type="http://schemas.openxmlformats.org/officeDocument/2006/relationships/slide" Target="../slides/slide354.xml"/><Relationship Id="rId2" Type="http://schemas.openxmlformats.org/officeDocument/2006/relationships/notesMaster" Target="../notesMasters/notesMaster1.xml"/></Relationships>

</file>

<file path=ppt/notesSlides/_rels/notesSlide178.xml.rels><?xml version="1.0" encoding="UTF-8"?>
<Relationships xmlns="http://schemas.openxmlformats.org/package/2006/relationships"><Relationship Id="rId1" Type="http://schemas.openxmlformats.org/officeDocument/2006/relationships/slide" Target="../slides/slide356.xml"/><Relationship Id="rId2" Type="http://schemas.openxmlformats.org/officeDocument/2006/relationships/notesMaster" Target="../notesMasters/notesMaster1.xml"/></Relationships>

</file>

<file path=ppt/notesSlides/_rels/notesSlide179.xml.rels><?xml version="1.0" encoding="UTF-8"?>
<Relationships xmlns="http://schemas.openxmlformats.org/package/2006/relationships"><Relationship Id="rId1" Type="http://schemas.openxmlformats.org/officeDocument/2006/relationships/slide" Target="../slides/slide358.xml"/><Relationship Id="rId2" Type="http://schemas.openxmlformats.org/officeDocument/2006/relationships/notesMaster" Target="../notesMasters/notesMaster1.xml"/></Relationships>

</file>

<file path=ppt/notesSlides/_rels/notesSlide180.xml.rels><?xml version="1.0" encoding="UTF-8"?>
<Relationships xmlns="http://schemas.openxmlformats.org/package/2006/relationships"><Relationship Id="rId1" Type="http://schemas.openxmlformats.org/officeDocument/2006/relationships/slide" Target="../slides/slide360.xml"/><Relationship Id="rId2" Type="http://schemas.openxmlformats.org/officeDocument/2006/relationships/notesMaster" Target="../notesMasters/notesMaster1.xml"/></Relationships>

</file>

<file path=ppt/notesSlides/_rels/notesSlide181.xml.rels><?xml version="1.0" encoding="UTF-8"?>
<Relationships xmlns="http://schemas.openxmlformats.org/package/2006/relationships"><Relationship Id="rId1" Type="http://schemas.openxmlformats.org/officeDocument/2006/relationships/slide" Target="../slides/slide362.xml"/><Relationship Id="rId2" Type="http://schemas.openxmlformats.org/officeDocument/2006/relationships/notesMaster" Target="../notesMasters/notesMaster1.xml"/></Relationships>

</file>

<file path=ppt/notesSlides/_rels/notesSlide182.xml.rels><?xml version="1.0" encoding="UTF-8"?>
<Relationships xmlns="http://schemas.openxmlformats.org/package/2006/relationships"><Relationship Id="rId1" Type="http://schemas.openxmlformats.org/officeDocument/2006/relationships/slide" Target="../slides/slide364.xml"/><Relationship Id="rId2" Type="http://schemas.openxmlformats.org/officeDocument/2006/relationships/notesMaster" Target="../notesMasters/notesMaster1.xml"/></Relationships>

</file>

<file path=ppt/notesSlides/_rels/notesSlide183.xml.rels><?xml version="1.0" encoding="UTF-8"?>
<Relationships xmlns="http://schemas.openxmlformats.org/package/2006/relationships"><Relationship Id="rId1" Type="http://schemas.openxmlformats.org/officeDocument/2006/relationships/slide" Target="../slides/slide366.xml"/><Relationship Id="rId2" Type="http://schemas.openxmlformats.org/officeDocument/2006/relationships/notesMaster" Target="../notesMasters/notesMaster1.xml"/></Relationships>

</file>

<file path=ppt/notesSlides/_rels/notesSlide184.xml.rels><?xml version="1.0" encoding="UTF-8"?>
<Relationships xmlns="http://schemas.openxmlformats.org/package/2006/relationships"><Relationship Id="rId1" Type="http://schemas.openxmlformats.org/officeDocument/2006/relationships/slide" Target="../slides/slide368.xml"/><Relationship Id="rId2" Type="http://schemas.openxmlformats.org/officeDocument/2006/relationships/notesMaster" Target="../notesMasters/notesMaster1.xml"/></Relationships>

</file>

<file path=ppt/notesSlides/_rels/notesSlide185.xml.rels><?xml version="1.0" encoding="UTF-8"?>
<Relationships xmlns="http://schemas.openxmlformats.org/package/2006/relationships"><Relationship Id="rId1" Type="http://schemas.openxmlformats.org/officeDocument/2006/relationships/slide" Target="../slides/slide370.xml"/><Relationship Id="rId2" Type="http://schemas.openxmlformats.org/officeDocument/2006/relationships/notesMaster" Target="../notesMasters/notesMaster1.xml"/></Relationships>

</file>

<file path=ppt/notesSlides/_rels/notesSlide186.xml.rels><?xml version="1.0" encoding="UTF-8"?>
<Relationships xmlns="http://schemas.openxmlformats.org/package/2006/relationships"><Relationship Id="rId1" Type="http://schemas.openxmlformats.org/officeDocument/2006/relationships/slide" Target="../slides/slide372.xml"/><Relationship Id="rId2" Type="http://schemas.openxmlformats.org/officeDocument/2006/relationships/notesMaster" Target="../notesMasters/notesMaster1.xml"/></Relationships>

</file>

<file path=ppt/notesSlides/_rels/notesSlide187.xml.rels><?xml version="1.0" encoding="UTF-8"?>
<Relationships xmlns="http://schemas.openxmlformats.org/package/2006/relationships"><Relationship Id="rId1" Type="http://schemas.openxmlformats.org/officeDocument/2006/relationships/slide" Target="../slides/slide374.xml"/><Relationship Id="rId2" Type="http://schemas.openxmlformats.org/officeDocument/2006/relationships/notesMaster" Target="../notesMasters/notesMaster1.xml"/></Relationships>

</file>

<file path=ppt/notesSlides/_rels/notesSlide188.xml.rels><?xml version="1.0" encoding="UTF-8"?>
<Relationships xmlns="http://schemas.openxmlformats.org/package/2006/relationships"><Relationship Id="rId1" Type="http://schemas.openxmlformats.org/officeDocument/2006/relationships/slide" Target="../slides/slide376.xml"/><Relationship Id="rId2" Type="http://schemas.openxmlformats.org/officeDocument/2006/relationships/notesMaster" Target="../notesMasters/notesMaster1.xml"/></Relationships>

</file>

<file path=ppt/notesSlides/_rels/notesSlide189.xml.rels><?xml version="1.0" encoding="UTF-8"?>
<Relationships xmlns="http://schemas.openxmlformats.org/package/2006/relationships"><Relationship Id="rId1" Type="http://schemas.openxmlformats.org/officeDocument/2006/relationships/slide" Target="../slides/slide378.xml"/><Relationship Id="rId2" Type="http://schemas.openxmlformats.org/officeDocument/2006/relationships/notesMaster" Target="../notesMasters/notesMaster1.xml"/></Relationships>

</file>

<file path=ppt/notesSlides/_rels/notesSlide190.xml.rels><?xml version="1.0" encoding="UTF-8"?>
<Relationships xmlns="http://schemas.openxmlformats.org/package/2006/relationships"><Relationship Id="rId1" Type="http://schemas.openxmlformats.org/officeDocument/2006/relationships/slide" Target="../slides/slide380.xml"/><Relationship Id="rId2" Type="http://schemas.openxmlformats.org/officeDocument/2006/relationships/notesMaster" Target="../notesMasters/notesMaster1.xml"/></Relationships>

</file>

<file path=ppt/notesSlides/_rels/notesSlide191.xml.rels><?xml version="1.0" encoding="UTF-8"?>
<Relationships xmlns="http://schemas.openxmlformats.org/package/2006/relationships"><Relationship Id="rId1" Type="http://schemas.openxmlformats.org/officeDocument/2006/relationships/slide" Target="../slides/slide382.xml"/><Relationship Id="rId2" Type="http://schemas.openxmlformats.org/officeDocument/2006/relationships/notesMaster" Target="../notesMasters/notesMaster1.xml"/></Relationships>

</file>

<file path=ppt/notesSlides/_rels/notesSlide192.xml.rels><?xml version="1.0" encoding="UTF-8"?>
<Relationships xmlns="http://schemas.openxmlformats.org/package/2006/relationships"><Relationship Id="rId1" Type="http://schemas.openxmlformats.org/officeDocument/2006/relationships/slide" Target="../slides/slide384.xml"/><Relationship Id="rId2" Type="http://schemas.openxmlformats.org/officeDocument/2006/relationships/notesMaster" Target="../notesMasters/notesMaster1.xml"/></Relationships>

</file>

<file path=ppt/notesSlides/_rels/notesSlide193.xml.rels><?xml version="1.0" encoding="UTF-8"?>
<Relationships xmlns="http://schemas.openxmlformats.org/package/2006/relationships"><Relationship Id="rId1" Type="http://schemas.openxmlformats.org/officeDocument/2006/relationships/slide" Target="../slides/slide386.xml"/><Relationship Id="rId2" Type="http://schemas.openxmlformats.org/officeDocument/2006/relationships/notesMaster" Target="../notesMasters/notesMaster1.xml"/></Relationships>

</file>

<file path=ppt/notesSlides/_rels/notesSlide194.xml.rels><?xml version="1.0" encoding="UTF-8"?>
<Relationships xmlns="http://schemas.openxmlformats.org/package/2006/relationships"><Relationship Id="rId1" Type="http://schemas.openxmlformats.org/officeDocument/2006/relationships/slide" Target="../slides/slide388.xml"/><Relationship Id="rId2" Type="http://schemas.openxmlformats.org/officeDocument/2006/relationships/notesMaster" Target="../notesMasters/notesMaster1.xml"/></Relationships>

</file>

<file path=ppt/notesSlides/_rels/notesSlide195.xml.rels><?xml version="1.0" encoding="UTF-8"?>
<Relationships xmlns="http://schemas.openxmlformats.org/package/2006/relationships"><Relationship Id="rId1" Type="http://schemas.openxmlformats.org/officeDocument/2006/relationships/slide" Target="../slides/slide390.xml"/><Relationship Id="rId2" Type="http://schemas.openxmlformats.org/officeDocument/2006/relationships/notesMaster" Target="../notesMasters/notesMaster1.xml"/></Relationships>

</file>

<file path=ppt/notesSlides/_rels/notesSlide196.xml.rels><?xml version="1.0" encoding="UTF-8"?>
<Relationships xmlns="http://schemas.openxmlformats.org/package/2006/relationships"><Relationship Id="rId1" Type="http://schemas.openxmlformats.org/officeDocument/2006/relationships/slide" Target="../slides/slide392.xml"/><Relationship Id="rId2" Type="http://schemas.openxmlformats.org/officeDocument/2006/relationships/notesMaster" Target="../notesMasters/notesMaster1.xml"/></Relationships>

</file>

<file path=ppt/notesSlides/_rels/notesSlide197.xml.rels><?xml version="1.0" encoding="UTF-8"?>
<Relationships xmlns="http://schemas.openxmlformats.org/package/2006/relationships"><Relationship Id="rId1" Type="http://schemas.openxmlformats.org/officeDocument/2006/relationships/slide" Target="../slides/slide394.xml"/><Relationship Id="rId2" Type="http://schemas.openxmlformats.org/officeDocument/2006/relationships/notesMaster" Target="../notesMasters/notesMaster1.xml"/></Relationships>

</file>

<file path=ppt/notesSlides/_rels/notesSlide198.xml.rels><?xml version="1.0" encoding="UTF-8"?>
<Relationships xmlns="http://schemas.openxmlformats.org/package/2006/relationships"><Relationship Id="rId1" Type="http://schemas.openxmlformats.org/officeDocument/2006/relationships/slide" Target="../slides/slide396.xml"/><Relationship Id="rId2" Type="http://schemas.openxmlformats.org/officeDocument/2006/relationships/notesMaster" Target="../notesMasters/notesMaster1.xml"/></Relationships>

</file>

<file path=ppt/notesSlides/_rels/notesSlide199.xml.rels><?xml version="1.0" encoding="UTF-8"?>
<Relationships xmlns="http://schemas.openxmlformats.org/package/2006/relationships"><Relationship Id="rId1" Type="http://schemas.openxmlformats.org/officeDocument/2006/relationships/slide" Target="../slides/slide398.xml"/><Relationship Id="rId2" Type="http://schemas.openxmlformats.org/officeDocument/2006/relationships/notesMaster" Target="../notesMasters/notesMaster1.xml"/></Relationships>

</file>

<file path=ppt/notesSlides/_rels/notesSlide200.xml.rels><?xml version="1.0" encoding="UTF-8"?>
<Relationships xmlns="http://schemas.openxmlformats.org/package/2006/relationships"><Relationship Id="rId1" Type="http://schemas.openxmlformats.org/officeDocument/2006/relationships/slide" Target="../slides/slide400.xml"/><Relationship Id="rId2" Type="http://schemas.openxmlformats.org/officeDocument/2006/relationships/notesMaster" Target="../notesMasters/notesMaster1.xml"/></Relationships>

</file>

<file path=ppt/notesSlides/_rels/notesSlide201.xml.rels><?xml version="1.0" encoding="UTF-8"?>
<Relationships xmlns="http://schemas.openxmlformats.org/package/2006/relationships"><Relationship Id="rId1" Type="http://schemas.openxmlformats.org/officeDocument/2006/relationships/slide" Target="../slides/slide402.xml"/><Relationship Id="rId2" Type="http://schemas.openxmlformats.org/officeDocument/2006/relationships/notesMaster" Target="../notesMasters/notesMaster1.xml"/></Relationships>

</file>

<file path=ppt/notesSlides/_rels/notesSlide202.xml.rels><?xml version="1.0" encoding="UTF-8"?>
<Relationships xmlns="http://schemas.openxmlformats.org/package/2006/relationships"><Relationship Id="rId1" Type="http://schemas.openxmlformats.org/officeDocument/2006/relationships/slide" Target="../slides/slide404.xml"/><Relationship Id="rId2" Type="http://schemas.openxmlformats.org/officeDocument/2006/relationships/notesMaster" Target="../notesMasters/notesMaster1.xml"/></Relationships>

</file>

<file path=ppt/notesSlides/_rels/notesSlide203.xml.rels><?xml version="1.0" encoding="UTF-8"?>
<Relationships xmlns="http://schemas.openxmlformats.org/package/2006/relationships"><Relationship Id="rId1" Type="http://schemas.openxmlformats.org/officeDocument/2006/relationships/slide" Target="../slides/slide406.xml"/><Relationship Id="rId2" Type="http://schemas.openxmlformats.org/officeDocument/2006/relationships/notesMaster" Target="../notesMasters/notesMaster1.xml"/></Relationships>

</file>

<file path=ppt/notesSlides/_rels/notesSlide204.xml.rels><?xml version="1.0" encoding="UTF-8"?>
<Relationships xmlns="http://schemas.openxmlformats.org/package/2006/relationships"><Relationship Id="rId1" Type="http://schemas.openxmlformats.org/officeDocument/2006/relationships/slide" Target="../slides/slide408.xml"/><Relationship Id="rId2" Type="http://schemas.openxmlformats.org/officeDocument/2006/relationships/notesMaster" Target="../notesMasters/notesMaster1.xml"/></Relationships>

</file>

<file path=ppt/notesSlides/_rels/notesSlide205.xml.rels><?xml version="1.0" encoding="UTF-8"?>
<Relationships xmlns="http://schemas.openxmlformats.org/package/2006/relationships"><Relationship Id="rId1" Type="http://schemas.openxmlformats.org/officeDocument/2006/relationships/slide" Target="../slides/slide410.xml"/><Relationship Id="rId2" Type="http://schemas.openxmlformats.org/officeDocument/2006/relationships/notesMaster" Target="../notesMasters/notesMaster1.xml"/></Relationships>

</file>

<file path=ppt/notesSlides/_rels/notesSlide206.xml.rels><?xml version="1.0" encoding="UTF-8"?>
<Relationships xmlns="http://schemas.openxmlformats.org/package/2006/relationships"><Relationship Id="rId1" Type="http://schemas.openxmlformats.org/officeDocument/2006/relationships/slide" Target="../slides/slide412.xml"/><Relationship Id="rId2" Type="http://schemas.openxmlformats.org/officeDocument/2006/relationships/notesMaster" Target="../notesMasters/notesMaster1.xml"/></Relationships>

</file>

<file path=ppt/notesSlides/_rels/notesSlide207.xml.rels><?xml version="1.0" encoding="UTF-8"?>
<Relationships xmlns="http://schemas.openxmlformats.org/package/2006/relationships"><Relationship Id="rId1" Type="http://schemas.openxmlformats.org/officeDocument/2006/relationships/slide" Target="../slides/slide414.xml"/><Relationship Id="rId2" Type="http://schemas.openxmlformats.org/officeDocument/2006/relationships/notesMaster" Target="../notesMasters/notesMaster1.xml"/></Relationships>

</file>

<file path=ppt/notesSlides/_rels/notesSlide208.xml.rels><?xml version="1.0" encoding="UTF-8"?>
<Relationships xmlns="http://schemas.openxmlformats.org/package/2006/relationships"><Relationship Id="rId1" Type="http://schemas.openxmlformats.org/officeDocument/2006/relationships/slide" Target="../slides/slide416.xml"/><Relationship Id="rId2" Type="http://schemas.openxmlformats.org/officeDocument/2006/relationships/notesMaster" Target="../notesMasters/notesMaster1.xml"/></Relationships>

</file>

<file path=ppt/notesSlides/_rels/notesSlide209.xml.rels><?xml version="1.0" encoding="UTF-8"?>
<Relationships xmlns="http://schemas.openxmlformats.org/package/2006/relationships"><Relationship Id="rId1" Type="http://schemas.openxmlformats.org/officeDocument/2006/relationships/slide" Target="../slides/slide418.xml"/><Relationship Id="rId2" Type="http://schemas.openxmlformats.org/officeDocument/2006/relationships/notesMaster" Target="../notesMasters/notesMaster1.xml"/></Relationships>

</file>

<file path=ppt/notesSlides/_rels/notesSlide210.xml.rels><?xml version="1.0" encoding="UTF-8"?>
<Relationships xmlns="http://schemas.openxmlformats.org/package/2006/relationships"><Relationship Id="rId1" Type="http://schemas.openxmlformats.org/officeDocument/2006/relationships/slide" Target="../slides/slide420.xml"/><Relationship Id="rId2" Type="http://schemas.openxmlformats.org/officeDocument/2006/relationships/notesMaster" Target="../notesMasters/notesMaster1.xml"/></Relationships>

</file>

<file path=ppt/notesSlides/_rels/notesSlide211.xml.rels><?xml version="1.0" encoding="UTF-8"?>
<Relationships xmlns="http://schemas.openxmlformats.org/package/2006/relationships"><Relationship Id="rId1" Type="http://schemas.openxmlformats.org/officeDocument/2006/relationships/slide" Target="../slides/slide422.xml"/><Relationship Id="rId2" Type="http://schemas.openxmlformats.org/officeDocument/2006/relationships/notesMaster" Target="../notesMasters/notesMaster1.xml"/></Relationships>

</file>

<file path=ppt/notesSlides/_rels/notesSlide212.xml.rels><?xml version="1.0" encoding="UTF-8"?>
<Relationships xmlns="http://schemas.openxmlformats.org/package/2006/relationships"><Relationship Id="rId1" Type="http://schemas.openxmlformats.org/officeDocument/2006/relationships/slide" Target="../slides/slide424.xml"/><Relationship Id="rId2" Type="http://schemas.openxmlformats.org/officeDocument/2006/relationships/notesMaster" Target="../notesMasters/notesMaster1.xml"/></Relationships>

</file>

<file path=ppt/notesSlides/_rels/notesSlide213.xml.rels><?xml version="1.0" encoding="UTF-8"?>
<Relationships xmlns="http://schemas.openxmlformats.org/package/2006/relationships"><Relationship Id="rId1" Type="http://schemas.openxmlformats.org/officeDocument/2006/relationships/slide" Target="../slides/slide426.xml"/><Relationship Id="rId2" Type="http://schemas.openxmlformats.org/officeDocument/2006/relationships/notesMaster" Target="../notesMasters/notesMaster1.xml"/></Relationships>

</file>

<file path=ppt/notesSlides/_rels/notesSlide214.xml.rels><?xml version="1.0" encoding="UTF-8"?>
<Relationships xmlns="http://schemas.openxmlformats.org/package/2006/relationships"><Relationship Id="rId1" Type="http://schemas.openxmlformats.org/officeDocument/2006/relationships/slide" Target="../slides/slide428.xml"/><Relationship Id="rId2" Type="http://schemas.openxmlformats.org/officeDocument/2006/relationships/notesMaster" Target="../notesMasters/notesMaster1.xml"/></Relationships>

</file>

<file path=ppt/notesSlides/_rels/notesSlide215.xml.rels><?xml version="1.0" encoding="UTF-8"?>
<Relationships xmlns="http://schemas.openxmlformats.org/package/2006/relationships"><Relationship Id="rId1" Type="http://schemas.openxmlformats.org/officeDocument/2006/relationships/slide" Target="../slides/slide430.xml"/><Relationship Id="rId2" Type="http://schemas.openxmlformats.org/officeDocument/2006/relationships/notesMaster" Target="../notesMasters/notesMaster1.xml"/></Relationships>

</file>

<file path=ppt/notesSlides/_rels/notesSlide216.xml.rels><?xml version="1.0" encoding="UTF-8"?>
<Relationships xmlns="http://schemas.openxmlformats.org/package/2006/relationships"><Relationship Id="rId1" Type="http://schemas.openxmlformats.org/officeDocument/2006/relationships/slide" Target="../slides/slide432.xml"/><Relationship Id="rId2" Type="http://schemas.openxmlformats.org/officeDocument/2006/relationships/notesMaster" Target="../notesMasters/notesMaster1.xml"/></Relationships>

</file>

<file path=ppt/notesSlides/_rels/notesSlide217.xml.rels><?xml version="1.0" encoding="UTF-8"?>
<Relationships xmlns="http://schemas.openxmlformats.org/package/2006/relationships"><Relationship Id="rId1" Type="http://schemas.openxmlformats.org/officeDocument/2006/relationships/slide" Target="../slides/slide434.xml"/><Relationship Id="rId2" Type="http://schemas.openxmlformats.org/officeDocument/2006/relationships/notesMaster" Target="../notesMasters/notesMaster1.xml"/></Relationships>

</file>

<file path=ppt/notesSlides/_rels/notesSlide218.xml.rels><?xml version="1.0" encoding="UTF-8"?>
<Relationships xmlns="http://schemas.openxmlformats.org/package/2006/relationships"><Relationship Id="rId1" Type="http://schemas.openxmlformats.org/officeDocument/2006/relationships/slide" Target="../slides/slide436.xml"/><Relationship Id="rId2" Type="http://schemas.openxmlformats.org/officeDocument/2006/relationships/notesMaster" Target="../notesMasters/notesMaster1.xml"/></Relationships>

</file>

<file path=ppt/notesSlides/_rels/notesSlide219.xml.rels><?xml version="1.0" encoding="UTF-8"?>
<Relationships xmlns="http://schemas.openxmlformats.org/package/2006/relationships"><Relationship Id="rId1" Type="http://schemas.openxmlformats.org/officeDocument/2006/relationships/slide" Target="../slides/slide438.xml"/><Relationship Id="rId2" Type="http://schemas.openxmlformats.org/officeDocument/2006/relationships/notesMaster" Target="../notesMasters/notesMaster1.xml"/></Relationships>

</file>

<file path=ppt/notesSlides/_rels/notesSlide220.xml.rels><?xml version="1.0" encoding="UTF-8"?>
<Relationships xmlns="http://schemas.openxmlformats.org/package/2006/relationships"><Relationship Id="rId1" Type="http://schemas.openxmlformats.org/officeDocument/2006/relationships/slide" Target="../slides/slide440.xml"/><Relationship Id="rId2" Type="http://schemas.openxmlformats.org/officeDocument/2006/relationships/notesMaster" Target="../notesMasters/notesMaster1.xml"/></Relationships>

</file>

<file path=ppt/notesSlides/_rels/notesSlide221.xml.rels><?xml version="1.0" encoding="UTF-8"?>
<Relationships xmlns="http://schemas.openxmlformats.org/package/2006/relationships"><Relationship Id="rId1" Type="http://schemas.openxmlformats.org/officeDocument/2006/relationships/slide" Target="../slides/slide442.xml"/><Relationship Id="rId2" Type="http://schemas.openxmlformats.org/officeDocument/2006/relationships/notesMaster" Target="../notesMasters/notesMaster1.xml"/></Relationships>

</file>

<file path=ppt/notesSlides/_rels/notesSlide222.xml.rels><?xml version="1.0" encoding="UTF-8"?>
<Relationships xmlns="http://schemas.openxmlformats.org/package/2006/relationships"><Relationship Id="rId1" Type="http://schemas.openxmlformats.org/officeDocument/2006/relationships/slide" Target="../slides/slide444.xml"/><Relationship Id="rId2" Type="http://schemas.openxmlformats.org/officeDocument/2006/relationships/notesMaster" Target="../notesMasters/notesMaster1.xml"/></Relationships>

</file>

<file path=ppt/notesSlides/_rels/notesSlide223.xml.rels><?xml version="1.0" encoding="UTF-8"?>
<Relationships xmlns="http://schemas.openxmlformats.org/package/2006/relationships"><Relationship Id="rId1" Type="http://schemas.openxmlformats.org/officeDocument/2006/relationships/slide" Target="../slides/slide446.xml"/><Relationship Id="rId2" Type="http://schemas.openxmlformats.org/officeDocument/2006/relationships/notesMaster" Target="../notesMasters/notesMaster1.xml"/></Relationships>

</file>

<file path=ppt/notesSlides/_rels/notesSlide224.xml.rels><?xml version="1.0" encoding="UTF-8"?>
<Relationships xmlns="http://schemas.openxmlformats.org/package/2006/relationships"><Relationship Id="rId1" Type="http://schemas.openxmlformats.org/officeDocument/2006/relationships/slide" Target="../slides/slide448.xml"/><Relationship Id="rId2" Type="http://schemas.openxmlformats.org/officeDocument/2006/relationships/notesMaster" Target="../notesMasters/notesMaster1.xml"/></Relationships>

</file>

<file path=ppt/notesSlides/_rels/notesSlide225.xml.rels><?xml version="1.0" encoding="UTF-8"?>
<Relationships xmlns="http://schemas.openxmlformats.org/package/2006/relationships"><Relationship Id="rId1" Type="http://schemas.openxmlformats.org/officeDocument/2006/relationships/slide" Target="../slides/slide450.xml"/><Relationship Id="rId2" Type="http://schemas.openxmlformats.org/officeDocument/2006/relationships/notesMaster" Target="../notesMasters/notesMaster1.xml"/></Relationships>

</file>

<file path=ppt/notesSlides/_rels/notesSlide226.xml.rels><?xml version="1.0" encoding="UTF-8"?>
<Relationships xmlns="http://schemas.openxmlformats.org/package/2006/relationships"><Relationship Id="rId1" Type="http://schemas.openxmlformats.org/officeDocument/2006/relationships/slide" Target="../slides/slide452.xml"/><Relationship Id="rId2" Type="http://schemas.openxmlformats.org/officeDocument/2006/relationships/notesMaster" Target="../notesMasters/notesMaster1.xml"/></Relationships>

</file>

<file path=ppt/notesSlides/_rels/notesSlide227.xml.rels><?xml version="1.0" encoding="UTF-8"?>
<Relationships xmlns="http://schemas.openxmlformats.org/package/2006/relationships"><Relationship Id="rId1" Type="http://schemas.openxmlformats.org/officeDocument/2006/relationships/slide" Target="../slides/slide454.xml"/><Relationship Id="rId2" Type="http://schemas.openxmlformats.org/officeDocument/2006/relationships/notesMaster" Target="../notesMasters/notesMaster1.xml"/></Relationships>

</file>

<file path=ppt/notesSlides/_rels/notesSlide228.xml.rels><?xml version="1.0" encoding="UTF-8"?>
<Relationships xmlns="http://schemas.openxmlformats.org/package/2006/relationships"><Relationship Id="rId1" Type="http://schemas.openxmlformats.org/officeDocument/2006/relationships/slide" Target="../slides/slide456.xml"/><Relationship Id="rId2" Type="http://schemas.openxmlformats.org/officeDocument/2006/relationships/notesMaster" Target="../notesMasters/notesMaster1.xml"/></Relationships>

</file>

<file path=ppt/notesSlides/_rels/notesSlide229.xml.rels><?xml version="1.0" encoding="UTF-8"?>
<Relationships xmlns="http://schemas.openxmlformats.org/package/2006/relationships"><Relationship Id="rId1" Type="http://schemas.openxmlformats.org/officeDocument/2006/relationships/slide" Target="../slides/slide458.xml"/><Relationship Id="rId2" Type="http://schemas.openxmlformats.org/officeDocument/2006/relationships/notesMaster" Target="../notesMasters/notesMaster1.xml"/></Relationships>

</file>

<file path=ppt/notesSlides/_rels/notesSlide230.xml.rels><?xml version="1.0" encoding="UTF-8"?>
<Relationships xmlns="http://schemas.openxmlformats.org/package/2006/relationships"><Relationship Id="rId1" Type="http://schemas.openxmlformats.org/officeDocument/2006/relationships/slide" Target="../slides/slide460.xml"/><Relationship Id="rId2" Type="http://schemas.openxmlformats.org/officeDocument/2006/relationships/notesMaster" Target="../notesMasters/notesMaster1.xml"/></Relationships>

</file>

<file path=ppt/notesSlides/_rels/notesSlide231.xml.rels><?xml version="1.0" encoding="UTF-8"?>
<Relationships xmlns="http://schemas.openxmlformats.org/package/2006/relationships"><Relationship Id="rId1" Type="http://schemas.openxmlformats.org/officeDocument/2006/relationships/slide" Target="../slides/slide462.xml"/><Relationship Id="rId2" Type="http://schemas.openxmlformats.org/officeDocument/2006/relationships/notesMaster" Target="../notesMasters/notesMaster1.xml"/></Relationships>

</file>

<file path=ppt/notesSlides/_rels/notesSlide232.xml.rels><?xml version="1.0" encoding="UTF-8"?>
<Relationships xmlns="http://schemas.openxmlformats.org/package/2006/relationships"><Relationship Id="rId1" Type="http://schemas.openxmlformats.org/officeDocument/2006/relationships/slide" Target="../slides/slide464.xml"/><Relationship Id="rId2" Type="http://schemas.openxmlformats.org/officeDocument/2006/relationships/notesMaster" Target="../notesMasters/notesMaster1.xml"/></Relationships>

</file>

<file path=ppt/notesSlides/_rels/notesSlide233.xml.rels><?xml version="1.0" encoding="UTF-8"?>
<Relationships xmlns="http://schemas.openxmlformats.org/package/2006/relationships"><Relationship Id="rId1" Type="http://schemas.openxmlformats.org/officeDocument/2006/relationships/slide" Target="../slides/slide466.xml"/><Relationship Id="rId2" Type="http://schemas.openxmlformats.org/officeDocument/2006/relationships/notesMaster" Target="../notesMasters/notesMaster1.xml"/></Relationships>

</file>

<file path=ppt/notesSlides/_rels/notesSlide234.xml.rels><?xml version="1.0" encoding="UTF-8"?>
<Relationships xmlns="http://schemas.openxmlformats.org/package/2006/relationships"><Relationship Id="rId1" Type="http://schemas.openxmlformats.org/officeDocument/2006/relationships/slide" Target="../slides/slide468.xml"/><Relationship Id="rId2" Type="http://schemas.openxmlformats.org/officeDocument/2006/relationships/notesMaster" Target="../notesMasters/notesMaster1.xml"/></Relationships>

</file>

<file path=ppt/notesSlides/_rels/notesSlide235.xml.rels><?xml version="1.0" encoding="UTF-8"?>
<Relationships xmlns="http://schemas.openxmlformats.org/package/2006/relationships"><Relationship Id="rId1" Type="http://schemas.openxmlformats.org/officeDocument/2006/relationships/slide" Target="../slides/slide470.xml"/><Relationship Id="rId2" Type="http://schemas.openxmlformats.org/officeDocument/2006/relationships/notesMaster" Target="../notesMasters/notesMaster1.xml"/></Relationships>

</file>

<file path=ppt/notesSlides/_rels/notesSlide236.xml.rels><?xml version="1.0" encoding="UTF-8"?>
<Relationships xmlns="http://schemas.openxmlformats.org/package/2006/relationships"><Relationship Id="rId1" Type="http://schemas.openxmlformats.org/officeDocument/2006/relationships/slide" Target="../slides/slide472.xml"/><Relationship Id="rId2" Type="http://schemas.openxmlformats.org/officeDocument/2006/relationships/notesMaster" Target="../notesMasters/notesMaster1.xml"/></Relationships>

</file>

<file path=ppt/notesSlides/_rels/notesSlide237.xml.rels><?xml version="1.0" encoding="UTF-8"?>
<Relationships xmlns="http://schemas.openxmlformats.org/package/2006/relationships"><Relationship Id="rId1" Type="http://schemas.openxmlformats.org/officeDocument/2006/relationships/slide" Target="../slides/slide474.xml"/><Relationship Id="rId2" Type="http://schemas.openxmlformats.org/officeDocument/2006/relationships/notesMaster" Target="../notesMasters/notesMaster1.xml"/></Relationships>

</file>

<file path=ppt/notesSlides/_rels/notesSlide238.xml.rels><?xml version="1.0" encoding="UTF-8"?>
<Relationships xmlns="http://schemas.openxmlformats.org/package/2006/relationships"><Relationship Id="rId1" Type="http://schemas.openxmlformats.org/officeDocument/2006/relationships/slide" Target="../slides/slide476.xml"/><Relationship Id="rId2" Type="http://schemas.openxmlformats.org/officeDocument/2006/relationships/notesMaster" Target="../notesMasters/notesMaster1.xml"/></Relationships>

</file>

<file path=ppt/notesSlides/_rels/notesSlide239.xml.rels><?xml version="1.0" encoding="UTF-8"?>
<Relationships xmlns="http://schemas.openxmlformats.org/package/2006/relationships"><Relationship Id="rId1" Type="http://schemas.openxmlformats.org/officeDocument/2006/relationships/slide" Target="../slides/slide478.xml"/><Relationship Id="rId2" Type="http://schemas.openxmlformats.org/officeDocument/2006/relationships/notesMaster" Target="../notesMasters/notesMaster1.xml"/></Relationships>

</file>

<file path=ppt/notesSlides/_rels/notesSlide240.xml.rels><?xml version="1.0" encoding="UTF-8"?>
<Relationships xmlns="http://schemas.openxmlformats.org/package/2006/relationships"><Relationship Id="rId1" Type="http://schemas.openxmlformats.org/officeDocument/2006/relationships/slide" Target="../slides/slide480.xml"/><Relationship Id="rId2" Type="http://schemas.openxmlformats.org/officeDocument/2006/relationships/notesMaster" Target="../notesMasters/notesMaster1.xml"/></Relationships>

</file>

<file path=ppt/notesSlides/_rels/notesSlide241.xml.rels><?xml version="1.0" encoding="UTF-8"?>
<Relationships xmlns="http://schemas.openxmlformats.org/package/2006/relationships"><Relationship Id="rId1" Type="http://schemas.openxmlformats.org/officeDocument/2006/relationships/slide" Target="../slides/slide482.xml"/><Relationship Id="rId2" Type="http://schemas.openxmlformats.org/officeDocument/2006/relationships/notesMaster" Target="../notesMasters/notesMaster1.xml"/></Relationships>

</file>

<file path=ppt/notesSlides/_rels/notesSlide242.xml.rels><?xml version="1.0" encoding="UTF-8"?>
<Relationships xmlns="http://schemas.openxmlformats.org/package/2006/relationships"><Relationship Id="rId1" Type="http://schemas.openxmlformats.org/officeDocument/2006/relationships/slide" Target="../slides/slide484.xml"/><Relationship Id="rId2" Type="http://schemas.openxmlformats.org/officeDocument/2006/relationships/notesMaster" Target="../notesMasters/notesMaster1.xml"/></Relationships>

</file>

<file path=ppt/notesSlides/_rels/notesSlide243.xml.rels><?xml version="1.0" encoding="UTF-8"?>
<Relationships xmlns="http://schemas.openxmlformats.org/package/2006/relationships"><Relationship Id="rId1" Type="http://schemas.openxmlformats.org/officeDocument/2006/relationships/slide" Target="../slides/slide486.xml"/><Relationship Id="rId2" Type="http://schemas.openxmlformats.org/officeDocument/2006/relationships/notesMaster" Target="../notesMasters/notesMaster1.xml"/></Relationships>

</file>

<file path=ppt/notesSlides/_rels/notesSlide244.xml.rels><?xml version="1.0" encoding="UTF-8"?>
<Relationships xmlns="http://schemas.openxmlformats.org/package/2006/relationships"><Relationship Id="rId1" Type="http://schemas.openxmlformats.org/officeDocument/2006/relationships/slide" Target="../slides/slide488.xml"/><Relationship Id="rId2" Type="http://schemas.openxmlformats.org/officeDocument/2006/relationships/notesMaster" Target="../notesMasters/notesMaster1.xml"/></Relationships>

</file>

<file path=ppt/notesSlides/_rels/notesSlide245.xml.rels><?xml version="1.0" encoding="UTF-8"?>
<Relationships xmlns="http://schemas.openxmlformats.org/package/2006/relationships"><Relationship Id="rId1" Type="http://schemas.openxmlformats.org/officeDocument/2006/relationships/slide" Target="../slides/slide490.xml"/><Relationship Id="rId2" Type="http://schemas.openxmlformats.org/officeDocument/2006/relationships/notesMaster" Target="../notesMasters/notesMaster1.xml"/></Relationships>

</file>

<file path=ppt/notesSlides/_rels/notesSlide246.xml.rels><?xml version="1.0" encoding="UTF-8"?>
<Relationships xmlns="http://schemas.openxmlformats.org/package/2006/relationships"><Relationship Id="rId1" Type="http://schemas.openxmlformats.org/officeDocument/2006/relationships/slide" Target="../slides/slide492.xml"/><Relationship Id="rId2" Type="http://schemas.openxmlformats.org/officeDocument/2006/relationships/notesMaster" Target="../notesMasters/notesMaster1.xml"/></Relationships>

</file>

<file path=ppt/notesSlides/_rels/notesSlide247.xml.rels><?xml version="1.0" encoding="UTF-8"?>
<Relationships xmlns="http://schemas.openxmlformats.org/package/2006/relationships"><Relationship Id="rId1" Type="http://schemas.openxmlformats.org/officeDocument/2006/relationships/slide" Target="../slides/slide494.xml"/><Relationship Id="rId2" Type="http://schemas.openxmlformats.org/officeDocument/2006/relationships/notesMaster" Target="../notesMasters/notesMaster1.xml"/></Relationships>

</file>

<file path=ppt/notesSlides/_rels/notesSlide248.xml.rels><?xml version="1.0" encoding="UTF-8"?>
<Relationships xmlns="http://schemas.openxmlformats.org/package/2006/relationships"><Relationship Id="rId1" Type="http://schemas.openxmlformats.org/officeDocument/2006/relationships/slide" Target="../slides/slide496.xml"/><Relationship Id="rId2" Type="http://schemas.openxmlformats.org/officeDocument/2006/relationships/notesMaster" Target="../notesMasters/notesMaster1.xml"/></Relationships>

</file>

<file path=ppt/notesSlides/_rels/notesSlide249.xml.rels><?xml version="1.0" encoding="UTF-8"?>
<Relationships xmlns="http://schemas.openxmlformats.org/package/2006/relationships"><Relationship Id="rId1" Type="http://schemas.openxmlformats.org/officeDocument/2006/relationships/slide" Target="../slides/slide498.xml"/><Relationship Id="rId2" Type="http://schemas.openxmlformats.org/officeDocument/2006/relationships/notesMaster" Target="../notesMasters/notesMaster1.xml"/></Relationships>

</file>

<file path=ppt/notesSlides/_rels/notesSlide250.xml.rels><?xml version="1.0" encoding="UTF-8"?>
<Relationships xmlns="http://schemas.openxmlformats.org/package/2006/relationships"><Relationship Id="rId1" Type="http://schemas.openxmlformats.org/officeDocument/2006/relationships/slide" Target="../slides/slide500.xml"/><Relationship Id="rId2" Type="http://schemas.openxmlformats.org/officeDocument/2006/relationships/notesMaster" Target="../notesMasters/notesMaster1.xml"/></Relationships>

</file>

<file path=ppt/notesSlides/_rels/notesSlide251.xml.rels><?xml version="1.0" encoding="UTF-8"?>
<Relationships xmlns="http://schemas.openxmlformats.org/package/2006/relationships"><Relationship Id="rId1" Type="http://schemas.openxmlformats.org/officeDocument/2006/relationships/slide" Target="../slides/slide502.xml"/><Relationship Id="rId2" Type="http://schemas.openxmlformats.org/officeDocument/2006/relationships/notesMaster" Target="../notesMasters/notesMaster1.xml"/></Relationships>

</file>

<file path=ppt/notesSlides/_rels/notesSlide252.xml.rels><?xml version="1.0" encoding="UTF-8"?>
<Relationships xmlns="http://schemas.openxmlformats.org/package/2006/relationships"><Relationship Id="rId1" Type="http://schemas.openxmlformats.org/officeDocument/2006/relationships/slide" Target="../slides/slide504.xml"/><Relationship Id="rId2" Type="http://schemas.openxmlformats.org/officeDocument/2006/relationships/notesMaster" Target="../notesMasters/notesMaster1.xml"/></Relationships>

</file>

<file path=ppt/notesSlides/_rels/notesSlide253.xml.rels><?xml version="1.0" encoding="UTF-8"?>
<Relationships xmlns="http://schemas.openxmlformats.org/package/2006/relationships"><Relationship Id="rId1" Type="http://schemas.openxmlformats.org/officeDocument/2006/relationships/slide" Target="../slides/slide506.xml"/><Relationship Id="rId2" Type="http://schemas.openxmlformats.org/officeDocument/2006/relationships/notesMaster" Target="../notesMasters/notesMaster1.xml"/></Relationships>

</file>

<file path=ppt/notesSlides/_rels/notesSlide254.xml.rels><?xml version="1.0" encoding="UTF-8"?>
<Relationships xmlns="http://schemas.openxmlformats.org/package/2006/relationships"><Relationship Id="rId1" Type="http://schemas.openxmlformats.org/officeDocument/2006/relationships/slide" Target="../slides/slide508.xml"/><Relationship Id="rId2" Type="http://schemas.openxmlformats.org/officeDocument/2006/relationships/notesMaster" Target="../notesMasters/notesMaster1.xml"/></Relationships>

</file>

<file path=ppt/notesSlides/_rels/notesSlide255.xml.rels><?xml version="1.0" encoding="UTF-8"?>
<Relationships xmlns="http://schemas.openxmlformats.org/package/2006/relationships"><Relationship Id="rId1" Type="http://schemas.openxmlformats.org/officeDocument/2006/relationships/slide" Target="../slides/slide510.xml"/><Relationship Id="rId2" Type="http://schemas.openxmlformats.org/officeDocument/2006/relationships/notesMaster" Target="../notesMasters/notesMaster1.xml"/></Relationships>

</file>

<file path=ppt/notesSlides/_rels/notesSlide256.xml.rels><?xml version="1.0" encoding="UTF-8"?>
<Relationships xmlns="http://schemas.openxmlformats.org/package/2006/relationships"><Relationship Id="rId1" Type="http://schemas.openxmlformats.org/officeDocument/2006/relationships/slide" Target="../slides/slide512.xml"/><Relationship Id="rId2" Type="http://schemas.openxmlformats.org/officeDocument/2006/relationships/notesMaster" Target="../notesMasters/notesMaster1.xml"/></Relationships>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Shape 175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76" name="Shape 176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note text here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Shape 182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3" name="Shape 183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note text here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Shape 189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90" name="Shape 190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note text here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Shape 196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97" name="Shape 197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note text here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Shape 203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04" name="Shape 204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note text here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Shape 210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11" name="Shape 211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note text here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Shape 217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18" name="Shape 218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note text here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Shape 224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25" name="Shape 225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note text here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Shape 231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32" name="Shape 232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note text here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Shape 238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39" name="Shape 239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note text here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Shape 245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46" name="Shape 246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note text here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Shape 252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53" name="Shape 253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note text here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Shape 259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60" name="Shape 260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note text here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Shape 266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67" name="Shape 267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note text here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Shape 273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74" name="Shape 274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note text here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Shape 280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81" name="Shape 281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note text here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Shape 287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88" name="Shape 288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note text here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Shape 294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95" name="Shape 295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note text here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Shape 301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02" name="Shape 302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note text here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Shape 308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09" name="Shape 309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note text here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Shape 315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16" name="Shape 316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note text here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Shape 322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23" name="Shape 323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note text here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Shape 329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30" name="Shape 330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note text here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Shape 336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37" name="Shape 337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note text here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Shape 343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44" name="Shape 344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note text here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Shape 350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51" name="Shape 351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note text here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Shape 357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58" name="Shape 358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note text here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Shape 364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65" name="Shape 365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note text here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Shape 371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72" name="Shape 372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note text here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Shape 378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79" name="Shape 379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note text here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Shape 385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86" name="Shape 386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note text here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Shape 392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93" name="Shape 393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note text here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Shape 399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400" name="Shape 400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note text here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Shape 406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407" name="Shape 407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note text here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Shape 413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414" name="Shape 414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note text here</a:t>
            </a: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Shape 420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421" name="Shape 421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note text here</a:t>
            </a: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Shape 427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428" name="Shape 428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note text here</a:t>
            </a: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Shape 434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435" name="Shape 435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note text here</a:t>
            </a: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Shape 441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442" name="Shape 442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note text here</a:t>
            </a: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Shape 448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449" name="Shape 449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note text here</a:t>
            </a: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Shape 455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456" name="Shape 456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note text here</a:t>
            </a: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Shape 462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463" name="Shape 463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note text here</a:t>
            </a: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Shape 469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470" name="Shape 470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note text here</a:t>
            </a: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Shape 476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477" name="Shape 477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note text here</a:t>
            </a: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Shape 483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484" name="Shape 484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note text here</a:t>
            </a: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Shape 490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491" name="Shape 491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note text here</a:t>
            </a: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Shape 497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498" name="Shape 498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note text here</a:t>
            </a: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Shape 504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505" name="Shape 505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note text here</a:t>
            </a: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Shape 511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512" name="Shape 512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note text here</a:t>
            </a: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Shape 518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519" name="Shape 519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note text here</a:t>
            </a: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Shape 525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526" name="Shape 526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note text here</a:t>
            </a: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Shape 532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533" name="Shape 533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note text here</a:t>
            </a:r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Shape 539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540" name="Shape 540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note text here</a:t>
            </a:r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Shape 546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547" name="Shape 547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note text here</a:t>
            </a:r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Shape 553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554" name="Shape 554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note text here</a:t>
            </a:r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Shape 560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561" name="Shape 561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note text here</a:t>
            </a:r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Shape 567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568" name="Shape 568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note text here</a:t>
            </a:r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Shape 574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575" name="Shape 575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note text here</a:t>
            </a:r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Shape 581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582" name="Shape 582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note text here</a:t>
            </a:r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Shape 588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589" name="Shape 589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note text here</a:t>
            </a:r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Shape 595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596" name="Shape 596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note text here</a:t>
            </a:r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Shape 602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603" name="Shape 603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note text here</a:t>
            </a:r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Shape 609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610" name="Shape 610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note text here</a:t>
            </a:r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Shape 616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617" name="Shape 617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note text here</a:t>
            </a:r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Shape 623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624" name="Shape 624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note text here</a:t>
            </a:r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Shape 630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631" name="Shape 631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note text here</a:t>
            </a:r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Shape 637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638" name="Shape 638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note text here</a:t>
            </a:r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Shape 644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645" name="Shape 645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note text here</a:t>
            </a:r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Shape 651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652" name="Shape 652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note text here</a:t>
            </a:r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Shape 658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659" name="Shape 659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note text here</a:t>
            </a:r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Shape 665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666" name="Shape 666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note text here</a:t>
            </a:r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Shape 672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673" name="Shape 673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note text here</a:t>
            </a:r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Shape 679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680" name="Shape 680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note text here</a:t>
            </a:r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Shape 686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687" name="Shape 687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note text here</a:t>
            </a:r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Shape 693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694" name="Shape 694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note text here</a:t>
            </a:r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Shape 700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701" name="Shape 701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note text here</a:t>
            </a:r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Shape 707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708" name="Shape 708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note text here</a:t>
            </a:r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Shape 714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715" name="Shape 715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note text here</a:t>
            </a:r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Shape 721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722" name="Shape 722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note text here</a:t>
            </a:r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Shape 728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729" name="Shape 729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note text here</a:t>
            </a:r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Shape 735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736" name="Shape 736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note text here</a:t>
            </a:r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Shape 742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743" name="Shape 743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note text here</a:t>
            </a:r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Shape 749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750" name="Shape 750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note text here</a:t>
            </a:r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Shape 756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757" name="Shape 757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note text here</a:t>
            </a:r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Shape 763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764" name="Shape 764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note text here</a:t>
            </a:r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Shape 770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771" name="Shape 771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note text here</a:t>
            </a:r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Shape 777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778" name="Shape 778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note text here</a:t>
            </a:r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Shape 784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785" name="Shape 785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note text here</a:t>
            </a:r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Shape 791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792" name="Shape 792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note text here</a:t>
            </a:r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Shape 798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799" name="Shape 799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note text here</a:t>
            </a:r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Shape 805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806" name="Shape 806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note text here</a:t>
            </a:r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Shape 812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813" name="Shape 813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note text here</a:t>
            </a:r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" name="Shape 819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820" name="Shape 820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note text here</a:t>
            </a:r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Shape 826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827" name="Shape 827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note text here</a:t>
            </a:r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Shape 833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834" name="Shape 834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note text here</a:t>
            </a:r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Shape 840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841" name="Shape 841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note text here</a:t>
            </a:r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Shape 847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848" name="Shape 848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note text here</a:t>
            </a:r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" name="Shape 854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855" name="Shape 855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note text here</a:t>
            </a:r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Shape 861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862" name="Shape 862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note text here</a:t>
            </a:r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" name="Shape 868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869" name="Shape 869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note text here</a:t>
            </a:r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5" name="Shape 875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876" name="Shape 876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note text here</a:t>
            </a:r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" name="Shape 882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883" name="Shape 883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note text here</a:t>
            </a:r>
          </a:p>
        </p:txBody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9" name="Shape 889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890" name="Shape 890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note text here</a:t>
            </a:r>
          </a:p>
        </p:txBody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6" name="Shape 896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897" name="Shape 897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note text here</a:t>
            </a:r>
          </a:p>
        </p:txBody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3" name="Shape 903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04" name="Shape 904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note text here</a:t>
            </a:r>
          </a:p>
        </p:txBody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0" name="Shape 910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11" name="Shape 911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note text here</a:t>
            </a:r>
          </a:p>
        </p:txBody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7" name="Shape 917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18" name="Shape 918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note text here</a:t>
            </a:r>
          </a:p>
        </p:txBody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4" name="Shape 924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25" name="Shape 925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note text here</a:t>
            </a:r>
          </a:p>
        </p:txBody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" name="Shape 931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32" name="Shape 932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note text here</a:t>
            </a:r>
          </a:p>
        </p:txBody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Shape 938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39" name="Shape 939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note text here</a:t>
            </a:r>
          </a:p>
        </p:txBody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5" name="Shape 945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46" name="Shape 946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note text here</a:t>
            </a:r>
          </a:p>
        </p:txBody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" name="Shape 952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53" name="Shape 953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note text here</a:t>
            </a:r>
          </a:p>
        </p:txBody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9" name="Shape 959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60" name="Shape 960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note text here</a:t>
            </a:r>
          </a:p>
        </p:txBody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" name="Shape 966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67" name="Shape 967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note text here</a:t>
            </a:r>
          </a:p>
        </p:txBody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3" name="Shape 973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74" name="Shape 974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note text here</a:t>
            </a:r>
          </a:p>
        </p:txBody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0" name="Shape 980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81" name="Shape 981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note text here</a:t>
            </a:r>
          </a:p>
        </p:txBody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7" name="Shape 987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88" name="Shape 988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note text here</a:t>
            </a:r>
          </a:p>
        </p:txBody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4" name="Shape 994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95" name="Shape 995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note text here</a:t>
            </a:r>
          </a:p>
        </p:txBody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Shape 1001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002" name="Shape 1002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note text here</a:t>
            </a:r>
          </a:p>
        </p:txBody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8" name="Shape 1008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009" name="Shape 1009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note text here</a:t>
            </a:r>
          </a:p>
        </p:txBody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5" name="Shape 1015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016" name="Shape 1016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note text here</a:t>
            </a:r>
          </a:p>
        </p:txBody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2" name="Shape 1022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023" name="Shape 1023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note text here</a:t>
            </a:r>
          </a:p>
        </p:txBody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Shape 1029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030" name="Shape 1030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note text here</a:t>
            </a:r>
          </a:p>
        </p:txBody>
      </p:sp>
    </p:spTree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6" name="Shape 1036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037" name="Shape 1037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note text here</a:t>
            </a:r>
          </a:p>
        </p:txBody>
      </p:sp>
    </p:spTree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3" name="Shape 1043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044" name="Shape 1044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note text here</a:t>
            </a:r>
          </a:p>
        </p:txBody>
      </p:sp>
    </p:spTree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" name="Shape 1050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051" name="Shape 1051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note text here</a:t>
            </a:r>
          </a:p>
        </p:txBody>
      </p:sp>
    </p:spTree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7" name="Shape 1057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058" name="Shape 1058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note text here</a:t>
            </a:r>
          </a:p>
        </p:txBody>
      </p:sp>
    </p:spTree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" name="Shape 1064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065" name="Shape 1065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note text here</a:t>
            </a:r>
          </a:p>
        </p:txBody>
      </p:sp>
    </p:spTree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1" name="Shape 1071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072" name="Shape 1072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note text here</a:t>
            </a:r>
          </a:p>
        </p:txBody>
      </p:sp>
    </p:spTree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8" name="Shape 1078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079" name="Shape 1079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note text here</a:t>
            </a:r>
          </a:p>
        </p:txBody>
      </p:sp>
    </p:spTree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" name="Shape 1085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086" name="Shape 1086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note text here</a:t>
            </a:r>
          </a:p>
        </p:txBody>
      </p:sp>
    </p:spTree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2" name="Shape 1092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093" name="Shape 1093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note text here</a:t>
            </a:r>
          </a:p>
        </p:txBody>
      </p:sp>
    </p:spTree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Shape 1099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100" name="Shape 1100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note text here</a:t>
            </a:r>
          </a:p>
        </p:txBody>
      </p:sp>
    </p:spTree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6" name="Shape 1106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107" name="Shape 1107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note text here</a:t>
            </a:r>
          </a:p>
        </p:txBody>
      </p:sp>
    </p:spTree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3" name="Shape 1113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114" name="Shape 1114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note text here</a:t>
            </a:r>
          </a:p>
        </p:txBody>
      </p:sp>
    </p:spTree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0" name="Shape 1120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121" name="Shape 1121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note text here</a:t>
            </a:r>
          </a:p>
        </p:txBody>
      </p:sp>
    </p:spTree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" name="Shape 1127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128" name="Shape 1128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note text here</a:t>
            </a:r>
          </a:p>
        </p:txBody>
      </p:sp>
    </p:spTree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4" name="Shape 1134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135" name="Shape 1135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note text here</a:t>
            </a:r>
          </a:p>
        </p:txBody>
      </p:sp>
    </p:spTree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1" name="Shape 1141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142" name="Shape 1142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note text here</a:t>
            </a:r>
          </a:p>
        </p:txBody>
      </p:sp>
    </p:spTree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8" name="Shape 1148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149" name="Shape 1149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note text here</a:t>
            </a:r>
          </a:p>
        </p:txBody>
      </p:sp>
    </p:spTree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5" name="Shape 1155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156" name="Shape 1156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note text here</a:t>
            </a:r>
          </a:p>
        </p:txBody>
      </p:sp>
    </p:spTree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2" name="Shape 1162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163" name="Shape 1163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note text here</a:t>
            </a:r>
          </a:p>
        </p:txBody>
      </p:sp>
    </p:spTree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9" name="Shape 1169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170" name="Shape 1170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note text here</a:t>
            </a:r>
          </a:p>
        </p:txBody>
      </p:sp>
    </p:spTree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6" name="Shape 1176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177" name="Shape 1177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note text here</a:t>
            </a:r>
          </a:p>
        </p:txBody>
      </p:sp>
    </p:spTree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3" name="Shape 1183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184" name="Shape 1184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note text here</a:t>
            </a:r>
          </a:p>
        </p:txBody>
      </p:sp>
    </p:spTree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0" name="Shape 1190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191" name="Shape 1191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note text here</a:t>
            </a:r>
          </a:p>
        </p:txBody>
      </p:sp>
    </p:spTree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7" name="Shape 1197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198" name="Shape 1198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note text here</a:t>
            </a:r>
          </a:p>
        </p:txBody>
      </p:sp>
    </p:spTree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4" name="Shape 1204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205" name="Shape 1205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note text here</a:t>
            </a:r>
          </a:p>
        </p:txBody>
      </p:sp>
    </p:spTree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1" name="Shape 1211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212" name="Shape 1212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note text here</a:t>
            </a:r>
          </a:p>
        </p:txBody>
      </p:sp>
    </p:spTree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" name="Shape 1218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219" name="Shape 1219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note text here</a:t>
            </a:r>
          </a:p>
        </p:txBody>
      </p:sp>
    </p:spTree>
  </p:cSld>
  <p:clrMapOvr>
    <a:masterClrMapping/>
  </p:clrMapOvr>
</p:notes>
</file>

<file path=ppt/notesSlides/notesSlide15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5" name="Shape 1225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226" name="Shape 1226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note text here</a:t>
            </a:r>
          </a:p>
        </p:txBody>
      </p:sp>
    </p:spTree>
  </p:cSld>
  <p:clrMapOvr>
    <a:masterClrMapping/>
  </p:clrMapOvr>
</p:notes>
</file>

<file path=ppt/notesSlides/notesSlide15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2" name="Shape 1232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233" name="Shape 1233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note text here</a:t>
            </a:r>
          </a:p>
        </p:txBody>
      </p:sp>
    </p:spTree>
  </p:cSld>
  <p:clrMapOvr>
    <a:masterClrMapping/>
  </p:clrMapOvr>
</p:notes>
</file>

<file path=ppt/notesSlides/notesSlide15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" name="Shape 1239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240" name="Shape 1240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note text here</a:t>
            </a:r>
          </a:p>
        </p:txBody>
      </p:sp>
    </p:spTree>
  </p:cSld>
  <p:clrMapOvr>
    <a:masterClrMapping/>
  </p:clrMapOvr>
</p:notes>
</file>

<file path=ppt/notesSlides/notesSlide15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6" name="Shape 1246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247" name="Shape 1247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note text here</a:t>
            </a:r>
          </a:p>
        </p:txBody>
      </p:sp>
    </p:spTree>
  </p:cSld>
  <p:clrMapOvr>
    <a:masterClrMapping/>
  </p:clrMapOvr>
</p:notes>
</file>

<file path=ppt/notesSlides/notesSlide15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3" name="Shape 1253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254" name="Shape 1254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note text here</a:t>
            </a:r>
          </a:p>
        </p:txBody>
      </p:sp>
    </p:spTree>
  </p:cSld>
  <p:clrMapOvr>
    <a:masterClrMapping/>
  </p:clrMapOvr>
</p:notes>
</file>

<file path=ppt/notesSlides/notesSlide15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0" name="Shape 1260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261" name="Shape 1261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note text here</a:t>
            </a:r>
          </a:p>
        </p:txBody>
      </p:sp>
    </p:spTree>
  </p:cSld>
  <p:clrMapOvr>
    <a:masterClrMapping/>
  </p:clrMapOvr>
</p:notes>
</file>

<file path=ppt/notesSlides/notesSlide15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7" name="Shape 1267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268" name="Shape 1268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note text here</a:t>
            </a:r>
          </a:p>
        </p:txBody>
      </p:sp>
    </p:spTree>
  </p:cSld>
  <p:clrMapOvr>
    <a:masterClrMapping/>
  </p:clrMapOvr>
</p:notes>
</file>

<file path=ppt/notesSlides/notesSlide15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4" name="Shape 1274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275" name="Shape 1275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note text here</a:t>
            </a:r>
          </a:p>
        </p:txBody>
      </p:sp>
    </p:spTree>
  </p:cSld>
  <p:clrMapOvr>
    <a:masterClrMapping/>
  </p:clrMapOvr>
</p:notes>
</file>

<file path=ppt/notesSlides/notesSlide15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1" name="Shape 1281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282" name="Shape 1282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note text here</a:t>
            </a:r>
          </a:p>
        </p:txBody>
      </p:sp>
    </p:spTree>
  </p:cSld>
  <p:clrMapOvr>
    <a:masterClrMapping/>
  </p:clrMapOvr>
</p:notes>
</file>

<file path=ppt/notesSlides/notesSlide16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8" name="Shape 1288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289" name="Shape 1289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note text here</a:t>
            </a:r>
          </a:p>
        </p:txBody>
      </p:sp>
    </p:spTree>
  </p:cSld>
  <p:clrMapOvr>
    <a:masterClrMapping/>
  </p:clrMapOvr>
</p:notes>
</file>

<file path=ppt/notesSlides/notesSlide16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5" name="Shape 1295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296" name="Shape 1296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note text here</a:t>
            </a:r>
          </a:p>
        </p:txBody>
      </p:sp>
    </p:spTree>
  </p:cSld>
  <p:clrMapOvr>
    <a:masterClrMapping/>
  </p:clrMapOvr>
</p:notes>
</file>

<file path=ppt/notesSlides/notesSlide16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2" name="Shape 1302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303" name="Shape 1303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note text here</a:t>
            </a:r>
          </a:p>
        </p:txBody>
      </p:sp>
    </p:spTree>
  </p:cSld>
  <p:clrMapOvr>
    <a:masterClrMapping/>
  </p:clrMapOvr>
</p:notes>
</file>

<file path=ppt/notesSlides/notesSlide16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9" name="Shape 1309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310" name="Shape 1310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note text here</a:t>
            </a:r>
          </a:p>
        </p:txBody>
      </p:sp>
    </p:spTree>
  </p:cSld>
  <p:clrMapOvr>
    <a:masterClrMapping/>
  </p:clrMapOvr>
</p:notes>
</file>

<file path=ppt/notesSlides/notesSlide16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6" name="Shape 1316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317" name="Shape 1317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note text here</a:t>
            </a:r>
          </a:p>
        </p:txBody>
      </p:sp>
    </p:spTree>
  </p:cSld>
  <p:clrMapOvr>
    <a:masterClrMapping/>
  </p:clrMapOvr>
</p:notes>
</file>

<file path=ppt/notesSlides/notesSlide16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3" name="Shape 1323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324" name="Shape 1324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note text here</a:t>
            </a:r>
          </a:p>
        </p:txBody>
      </p:sp>
    </p:spTree>
  </p:cSld>
  <p:clrMapOvr>
    <a:masterClrMapping/>
  </p:clrMapOvr>
</p:notes>
</file>

<file path=ppt/notesSlides/notesSlide16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0" name="Shape 1330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331" name="Shape 1331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note text here</a:t>
            </a:r>
          </a:p>
        </p:txBody>
      </p:sp>
    </p:spTree>
  </p:cSld>
  <p:clrMapOvr>
    <a:masterClrMapping/>
  </p:clrMapOvr>
</p:notes>
</file>

<file path=ppt/notesSlides/notesSlide16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7" name="Shape 1337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338" name="Shape 1338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note text here</a:t>
            </a:r>
          </a:p>
        </p:txBody>
      </p:sp>
    </p:spTree>
  </p:cSld>
  <p:clrMapOvr>
    <a:masterClrMapping/>
  </p:clrMapOvr>
</p:notes>
</file>

<file path=ppt/notesSlides/notesSlide16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4" name="Shape 1344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345" name="Shape 1345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note text here</a:t>
            </a:r>
          </a:p>
        </p:txBody>
      </p:sp>
    </p:spTree>
  </p:cSld>
  <p:clrMapOvr>
    <a:masterClrMapping/>
  </p:clrMapOvr>
</p:notes>
</file>

<file path=ppt/notesSlides/notesSlide16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" name="Shape 1351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352" name="Shape 1352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note text here</a:t>
            </a:r>
          </a:p>
        </p:txBody>
      </p:sp>
    </p:spTree>
  </p:cSld>
  <p:clrMapOvr>
    <a:masterClrMapping/>
  </p:clrMapOvr>
</p:notes>
</file>

<file path=ppt/notesSlides/notesSlide17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8" name="Shape 1358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359" name="Shape 1359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note text here</a:t>
            </a:r>
          </a:p>
        </p:txBody>
      </p:sp>
    </p:spTree>
  </p:cSld>
  <p:clrMapOvr>
    <a:masterClrMapping/>
  </p:clrMapOvr>
</p:notes>
</file>

<file path=ppt/notesSlides/notesSlide17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5" name="Shape 1365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366" name="Shape 1366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note text here</a:t>
            </a:r>
          </a:p>
        </p:txBody>
      </p:sp>
    </p:spTree>
  </p:cSld>
  <p:clrMapOvr>
    <a:masterClrMapping/>
  </p:clrMapOvr>
</p:notes>
</file>

<file path=ppt/notesSlides/notesSlide17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" name="Shape 1372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373" name="Shape 1373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note text here</a:t>
            </a:r>
          </a:p>
        </p:txBody>
      </p:sp>
    </p:spTree>
  </p:cSld>
  <p:clrMapOvr>
    <a:masterClrMapping/>
  </p:clrMapOvr>
</p:notes>
</file>

<file path=ppt/notesSlides/notesSlide17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9" name="Shape 1379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380" name="Shape 1380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note text here</a:t>
            </a:r>
          </a:p>
        </p:txBody>
      </p:sp>
    </p:spTree>
  </p:cSld>
  <p:clrMapOvr>
    <a:masterClrMapping/>
  </p:clrMapOvr>
</p:notes>
</file>

<file path=ppt/notesSlides/notesSlide17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6" name="Shape 1386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387" name="Shape 1387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note text here</a:t>
            </a:r>
          </a:p>
        </p:txBody>
      </p:sp>
    </p:spTree>
  </p:cSld>
  <p:clrMapOvr>
    <a:masterClrMapping/>
  </p:clrMapOvr>
</p:notes>
</file>

<file path=ppt/notesSlides/notesSlide17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3" name="Shape 1393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394" name="Shape 1394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note text here</a:t>
            </a:r>
          </a:p>
        </p:txBody>
      </p:sp>
    </p:spTree>
  </p:cSld>
  <p:clrMapOvr>
    <a:masterClrMapping/>
  </p:clrMapOvr>
</p:notes>
</file>

<file path=ppt/notesSlides/notesSlide17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0" name="Shape 1400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401" name="Shape 1401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note text here</a:t>
            </a:r>
          </a:p>
        </p:txBody>
      </p:sp>
    </p:spTree>
  </p:cSld>
  <p:clrMapOvr>
    <a:masterClrMapping/>
  </p:clrMapOvr>
</p:notes>
</file>

<file path=ppt/notesSlides/notesSlide17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7" name="Shape 1407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408" name="Shape 1408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note text here</a:t>
            </a:r>
          </a:p>
        </p:txBody>
      </p:sp>
    </p:spTree>
  </p:cSld>
  <p:clrMapOvr>
    <a:masterClrMapping/>
  </p:clrMapOvr>
</p:notes>
</file>

<file path=ppt/notesSlides/notesSlide17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4" name="Shape 1414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415" name="Shape 1415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note text here</a:t>
            </a:r>
          </a:p>
        </p:txBody>
      </p:sp>
    </p:spTree>
  </p:cSld>
  <p:clrMapOvr>
    <a:masterClrMapping/>
  </p:clrMapOvr>
</p:notes>
</file>

<file path=ppt/notesSlides/notesSlide17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1" name="Shape 1421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422" name="Shape 1422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note text here</a:t>
            </a:r>
          </a:p>
        </p:txBody>
      </p:sp>
    </p:spTree>
  </p:cSld>
  <p:clrMapOvr>
    <a:masterClrMapping/>
  </p:clrMapOvr>
</p:notes>
</file>

<file path=ppt/notesSlides/notesSlide18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8" name="Shape 1428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429" name="Shape 1429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note text here</a:t>
            </a:r>
          </a:p>
        </p:txBody>
      </p:sp>
    </p:spTree>
  </p:cSld>
  <p:clrMapOvr>
    <a:masterClrMapping/>
  </p:clrMapOvr>
</p:notes>
</file>

<file path=ppt/notesSlides/notesSlide18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5" name="Shape 1435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436" name="Shape 1436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note text here</a:t>
            </a:r>
          </a:p>
        </p:txBody>
      </p:sp>
    </p:spTree>
  </p:cSld>
  <p:clrMapOvr>
    <a:masterClrMapping/>
  </p:clrMapOvr>
</p:notes>
</file>

<file path=ppt/notesSlides/notesSlide18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2" name="Shape 1442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443" name="Shape 1443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note text here</a:t>
            </a:r>
          </a:p>
        </p:txBody>
      </p:sp>
    </p:spTree>
  </p:cSld>
  <p:clrMapOvr>
    <a:masterClrMapping/>
  </p:clrMapOvr>
</p:notes>
</file>

<file path=ppt/notesSlides/notesSlide18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9" name="Shape 1449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450" name="Shape 1450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note text here</a:t>
            </a:r>
          </a:p>
        </p:txBody>
      </p:sp>
    </p:spTree>
  </p:cSld>
  <p:clrMapOvr>
    <a:masterClrMapping/>
  </p:clrMapOvr>
</p:notes>
</file>

<file path=ppt/notesSlides/notesSlide18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6" name="Shape 1456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457" name="Shape 1457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note text here</a:t>
            </a:r>
          </a:p>
        </p:txBody>
      </p:sp>
    </p:spTree>
  </p:cSld>
  <p:clrMapOvr>
    <a:masterClrMapping/>
  </p:clrMapOvr>
</p:notes>
</file>

<file path=ppt/notesSlides/notesSlide18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3" name="Shape 1463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464" name="Shape 1464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note text here</a:t>
            </a:r>
          </a:p>
        </p:txBody>
      </p:sp>
    </p:spTree>
  </p:cSld>
  <p:clrMapOvr>
    <a:masterClrMapping/>
  </p:clrMapOvr>
</p:notes>
</file>

<file path=ppt/notesSlides/notesSlide18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0" name="Shape 1470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471" name="Shape 1471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note text here</a:t>
            </a:r>
          </a:p>
        </p:txBody>
      </p:sp>
    </p:spTree>
  </p:cSld>
  <p:clrMapOvr>
    <a:masterClrMapping/>
  </p:clrMapOvr>
</p:notes>
</file>

<file path=ppt/notesSlides/notesSlide18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7" name="Shape 1477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478" name="Shape 1478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note text here</a:t>
            </a:r>
          </a:p>
        </p:txBody>
      </p:sp>
    </p:spTree>
  </p:cSld>
  <p:clrMapOvr>
    <a:masterClrMapping/>
  </p:clrMapOvr>
</p:notes>
</file>

<file path=ppt/notesSlides/notesSlide18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" name="Shape 1484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485" name="Shape 1485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note text here</a:t>
            </a:r>
          </a:p>
        </p:txBody>
      </p:sp>
    </p:spTree>
  </p:cSld>
  <p:clrMapOvr>
    <a:masterClrMapping/>
  </p:clrMapOvr>
</p:notes>
</file>

<file path=ppt/notesSlides/notesSlide18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1" name="Shape 1491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492" name="Shape 1492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note text here</a:t>
            </a:r>
          </a:p>
        </p:txBody>
      </p:sp>
    </p:spTree>
  </p:cSld>
  <p:clrMapOvr>
    <a:masterClrMapping/>
  </p:clrMapOvr>
</p:notes>
</file>

<file path=ppt/notesSlides/notesSlide19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8" name="Shape 1498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499" name="Shape 1499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note text here</a:t>
            </a:r>
          </a:p>
        </p:txBody>
      </p:sp>
    </p:spTree>
  </p:cSld>
  <p:clrMapOvr>
    <a:masterClrMapping/>
  </p:clrMapOvr>
</p:notes>
</file>

<file path=ppt/notesSlides/notesSlide19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" name="Shape 1505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506" name="Shape 1506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note text here</a:t>
            </a:r>
          </a:p>
        </p:txBody>
      </p:sp>
    </p:spTree>
  </p:cSld>
  <p:clrMapOvr>
    <a:masterClrMapping/>
  </p:clrMapOvr>
</p:notes>
</file>

<file path=ppt/notesSlides/notesSlide19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2" name="Shape 1512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513" name="Shape 1513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note text here</a:t>
            </a:r>
          </a:p>
        </p:txBody>
      </p:sp>
    </p:spTree>
  </p:cSld>
  <p:clrMapOvr>
    <a:masterClrMapping/>
  </p:clrMapOvr>
</p:notes>
</file>

<file path=ppt/notesSlides/notesSlide19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9" name="Shape 1519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520" name="Shape 1520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note text here</a:t>
            </a:r>
          </a:p>
        </p:txBody>
      </p:sp>
    </p:spTree>
  </p:cSld>
  <p:clrMapOvr>
    <a:masterClrMapping/>
  </p:clrMapOvr>
</p:notes>
</file>

<file path=ppt/notesSlides/notesSlide19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6" name="Shape 1526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527" name="Shape 1527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note text here</a:t>
            </a:r>
          </a:p>
        </p:txBody>
      </p:sp>
    </p:spTree>
  </p:cSld>
  <p:clrMapOvr>
    <a:masterClrMapping/>
  </p:clrMapOvr>
</p:notes>
</file>

<file path=ppt/notesSlides/notesSlide19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3" name="Shape 1533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534" name="Shape 1534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note text here</a:t>
            </a:r>
          </a:p>
        </p:txBody>
      </p:sp>
    </p:spTree>
  </p:cSld>
  <p:clrMapOvr>
    <a:masterClrMapping/>
  </p:clrMapOvr>
</p:notes>
</file>

<file path=ppt/notesSlides/notesSlide19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0" name="Shape 1540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541" name="Shape 1541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note text here</a:t>
            </a:r>
          </a:p>
        </p:txBody>
      </p:sp>
    </p:spTree>
  </p:cSld>
  <p:clrMapOvr>
    <a:masterClrMapping/>
  </p:clrMapOvr>
</p:notes>
</file>

<file path=ppt/notesSlides/notesSlide19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7" name="Shape 1547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548" name="Shape 1548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note text here</a:t>
            </a:r>
          </a:p>
        </p:txBody>
      </p:sp>
    </p:spTree>
  </p:cSld>
  <p:clrMapOvr>
    <a:masterClrMapping/>
  </p:clrMapOvr>
</p:notes>
</file>

<file path=ppt/notesSlides/notesSlide19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4" name="Shape 1554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555" name="Shape 1555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note text here</a:t>
            </a:r>
          </a:p>
        </p:txBody>
      </p:sp>
    </p:spTree>
  </p:cSld>
  <p:clrMapOvr>
    <a:masterClrMapping/>
  </p:clrMapOvr>
</p:notes>
</file>

<file path=ppt/notesSlides/notesSlide19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1" name="Shape 1561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562" name="Shape 1562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note text here</a:t>
            </a:r>
          </a:p>
        </p:txBody>
      </p:sp>
    </p:spTree>
  </p:cSld>
  <p:clrMapOvr>
    <a:masterClrMapping/>
  </p:clrMapOvr>
</p:notes>
</file>

<file path=ppt/notesSlides/notesSlide20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8" name="Shape 1568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569" name="Shape 1569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note text here</a:t>
            </a:r>
          </a:p>
        </p:txBody>
      </p:sp>
    </p:spTree>
  </p:cSld>
  <p:clrMapOvr>
    <a:masterClrMapping/>
  </p:clrMapOvr>
</p:notes>
</file>

<file path=ppt/notesSlides/notesSlide20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5" name="Shape 1575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576" name="Shape 1576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note text here</a:t>
            </a:r>
          </a:p>
        </p:txBody>
      </p:sp>
    </p:spTree>
  </p:cSld>
  <p:clrMapOvr>
    <a:masterClrMapping/>
  </p:clrMapOvr>
</p:notes>
</file>

<file path=ppt/notesSlides/notesSlide20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2" name="Shape 1582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583" name="Shape 1583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note text here</a:t>
            </a:r>
          </a:p>
        </p:txBody>
      </p:sp>
    </p:spTree>
  </p:cSld>
  <p:clrMapOvr>
    <a:masterClrMapping/>
  </p:clrMapOvr>
</p:notes>
</file>

<file path=ppt/notesSlides/notesSlide20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9" name="Shape 1589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590" name="Shape 1590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note text here</a:t>
            </a:r>
          </a:p>
        </p:txBody>
      </p:sp>
    </p:spTree>
  </p:cSld>
  <p:clrMapOvr>
    <a:masterClrMapping/>
  </p:clrMapOvr>
</p:notes>
</file>

<file path=ppt/notesSlides/notesSlide20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6" name="Shape 1596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597" name="Shape 1597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note text here</a:t>
            </a:r>
          </a:p>
        </p:txBody>
      </p:sp>
    </p:spTree>
  </p:cSld>
  <p:clrMapOvr>
    <a:masterClrMapping/>
  </p:clrMapOvr>
</p:notes>
</file>

<file path=ppt/notesSlides/notesSlide20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3" name="Shape 1603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04" name="Shape 1604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note text here</a:t>
            </a:r>
          </a:p>
        </p:txBody>
      </p:sp>
    </p:spTree>
  </p:cSld>
  <p:clrMapOvr>
    <a:masterClrMapping/>
  </p:clrMapOvr>
</p:notes>
</file>

<file path=ppt/notesSlides/notesSlide20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0" name="Shape 1610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11" name="Shape 1611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note text here</a:t>
            </a:r>
          </a:p>
        </p:txBody>
      </p:sp>
    </p:spTree>
  </p:cSld>
  <p:clrMapOvr>
    <a:masterClrMapping/>
  </p:clrMapOvr>
</p:notes>
</file>

<file path=ppt/notesSlides/notesSlide20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" name="Shape 1617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18" name="Shape 1618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note text here</a:t>
            </a:r>
          </a:p>
        </p:txBody>
      </p:sp>
    </p:spTree>
  </p:cSld>
  <p:clrMapOvr>
    <a:masterClrMapping/>
  </p:clrMapOvr>
</p:notes>
</file>

<file path=ppt/notesSlides/notesSlide20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4" name="Shape 1624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25" name="Shape 1625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note text here</a:t>
            </a:r>
          </a:p>
        </p:txBody>
      </p:sp>
    </p:spTree>
  </p:cSld>
  <p:clrMapOvr>
    <a:masterClrMapping/>
  </p:clrMapOvr>
</p:notes>
</file>

<file path=ppt/notesSlides/notesSlide20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1" name="Shape 1631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32" name="Shape 1632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note text here</a:t>
            </a:r>
          </a:p>
        </p:txBody>
      </p:sp>
    </p:spTree>
  </p:cSld>
  <p:clrMapOvr>
    <a:masterClrMapping/>
  </p:clrMapOvr>
</p:notes>
</file>

<file path=ppt/notesSlides/notesSlide2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" name="Shape 1638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39" name="Shape 1639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note text here</a:t>
            </a:r>
          </a:p>
        </p:txBody>
      </p:sp>
    </p:spTree>
  </p:cSld>
  <p:clrMapOvr>
    <a:masterClrMapping/>
  </p:clrMapOvr>
</p:notes>
</file>

<file path=ppt/notesSlides/notesSlide2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5" name="Shape 1645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46" name="Shape 1646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note text here</a:t>
            </a:r>
          </a:p>
        </p:txBody>
      </p:sp>
    </p:spTree>
  </p:cSld>
  <p:clrMapOvr>
    <a:masterClrMapping/>
  </p:clrMapOvr>
</p:notes>
</file>

<file path=ppt/notesSlides/notesSlide2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2" name="Shape 1652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53" name="Shape 1653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note text here</a:t>
            </a:r>
          </a:p>
        </p:txBody>
      </p:sp>
    </p:spTree>
  </p:cSld>
  <p:clrMapOvr>
    <a:masterClrMapping/>
  </p:clrMapOvr>
</p:notes>
</file>

<file path=ppt/notesSlides/notesSlide2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9" name="Shape 1659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60" name="Shape 1660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note text here</a:t>
            </a:r>
          </a:p>
        </p:txBody>
      </p:sp>
    </p:spTree>
  </p:cSld>
  <p:clrMapOvr>
    <a:masterClrMapping/>
  </p:clrMapOvr>
</p:notes>
</file>

<file path=ppt/notesSlides/notesSlide2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6" name="Shape 1666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67" name="Shape 1667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note text here</a:t>
            </a:r>
          </a:p>
        </p:txBody>
      </p:sp>
    </p:spTree>
  </p:cSld>
  <p:clrMapOvr>
    <a:masterClrMapping/>
  </p:clrMapOvr>
</p:notes>
</file>

<file path=ppt/notesSlides/notesSlide2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3" name="Shape 1673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74" name="Shape 1674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note text here</a:t>
            </a:r>
          </a:p>
        </p:txBody>
      </p:sp>
    </p:spTree>
  </p:cSld>
  <p:clrMapOvr>
    <a:masterClrMapping/>
  </p:clrMapOvr>
</p:notes>
</file>

<file path=ppt/notesSlides/notesSlide2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0" name="Shape 1680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81" name="Shape 1681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note text here</a:t>
            </a:r>
          </a:p>
        </p:txBody>
      </p:sp>
    </p:spTree>
  </p:cSld>
  <p:clrMapOvr>
    <a:masterClrMapping/>
  </p:clrMapOvr>
</p:notes>
</file>

<file path=ppt/notesSlides/notesSlide2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7" name="Shape 1687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88" name="Shape 1688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note text here</a:t>
            </a:r>
          </a:p>
        </p:txBody>
      </p:sp>
    </p:spTree>
  </p:cSld>
  <p:clrMapOvr>
    <a:masterClrMapping/>
  </p:clrMapOvr>
</p:notes>
</file>

<file path=ppt/notesSlides/notesSlide2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4" name="Shape 1694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95" name="Shape 1695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note text here</a:t>
            </a:r>
          </a:p>
        </p:txBody>
      </p:sp>
    </p:spTree>
  </p:cSld>
  <p:clrMapOvr>
    <a:masterClrMapping/>
  </p:clrMapOvr>
</p:notes>
</file>

<file path=ppt/notesSlides/notesSlide2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1" name="Shape 1701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702" name="Shape 1702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note text here</a:t>
            </a:r>
          </a:p>
        </p:txBody>
      </p:sp>
    </p:spTree>
  </p:cSld>
  <p:clrMapOvr>
    <a:masterClrMapping/>
  </p:clrMapOvr>
</p:notes>
</file>

<file path=ppt/notesSlides/notesSlide2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8" name="Shape 1708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709" name="Shape 1709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note text here</a:t>
            </a:r>
          </a:p>
        </p:txBody>
      </p:sp>
    </p:spTree>
  </p:cSld>
  <p:clrMapOvr>
    <a:masterClrMapping/>
  </p:clrMapOvr>
</p:notes>
</file>

<file path=ppt/notesSlides/notesSlide2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5" name="Shape 1715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716" name="Shape 1716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note text here</a:t>
            </a:r>
          </a:p>
        </p:txBody>
      </p:sp>
    </p:spTree>
  </p:cSld>
  <p:clrMapOvr>
    <a:masterClrMapping/>
  </p:clrMapOvr>
</p:notes>
</file>

<file path=ppt/notesSlides/notesSlide2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2" name="Shape 1722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723" name="Shape 1723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note text here</a:t>
            </a:r>
          </a:p>
        </p:txBody>
      </p:sp>
    </p:spTree>
  </p:cSld>
  <p:clrMapOvr>
    <a:masterClrMapping/>
  </p:clrMapOvr>
</p:notes>
</file>

<file path=ppt/notesSlides/notesSlide2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9" name="Shape 1729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730" name="Shape 1730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note text here</a:t>
            </a:r>
          </a:p>
        </p:txBody>
      </p:sp>
    </p:spTree>
  </p:cSld>
  <p:clrMapOvr>
    <a:masterClrMapping/>
  </p:clrMapOvr>
</p:notes>
</file>

<file path=ppt/notesSlides/notesSlide2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6" name="Shape 1736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737" name="Shape 1737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note text here</a:t>
            </a:r>
          </a:p>
        </p:txBody>
      </p:sp>
    </p:spTree>
  </p:cSld>
  <p:clrMapOvr>
    <a:masterClrMapping/>
  </p:clrMapOvr>
</p:notes>
</file>

<file path=ppt/notesSlides/notesSlide2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3" name="Shape 1743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744" name="Shape 1744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note text here</a:t>
            </a:r>
          </a:p>
        </p:txBody>
      </p:sp>
    </p:spTree>
  </p:cSld>
  <p:clrMapOvr>
    <a:masterClrMapping/>
  </p:clrMapOvr>
</p:notes>
</file>

<file path=ppt/notesSlides/notesSlide2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0" name="Shape 1750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751" name="Shape 1751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note text here</a:t>
            </a:r>
          </a:p>
        </p:txBody>
      </p:sp>
    </p:spTree>
  </p:cSld>
  <p:clrMapOvr>
    <a:masterClrMapping/>
  </p:clrMapOvr>
</p:notes>
</file>

<file path=ppt/notesSlides/notesSlide2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7" name="Shape 1757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758" name="Shape 1758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note text here</a:t>
            </a:r>
          </a:p>
        </p:txBody>
      </p:sp>
    </p:spTree>
  </p:cSld>
  <p:clrMapOvr>
    <a:masterClrMapping/>
  </p:clrMapOvr>
</p:notes>
</file>

<file path=ppt/notesSlides/notesSlide22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4" name="Shape 1764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765" name="Shape 1765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note text here</a:t>
            </a:r>
          </a:p>
        </p:txBody>
      </p:sp>
    </p:spTree>
  </p:cSld>
  <p:clrMapOvr>
    <a:masterClrMapping/>
  </p:clrMapOvr>
</p:notes>
</file>

<file path=ppt/notesSlides/notesSlide22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" name="Shape 1771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772" name="Shape 1772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note text here</a:t>
            </a:r>
          </a:p>
        </p:txBody>
      </p:sp>
    </p:spTree>
  </p:cSld>
  <p:clrMapOvr>
    <a:masterClrMapping/>
  </p:clrMapOvr>
</p:notes>
</file>

<file path=ppt/notesSlides/notesSlide23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8" name="Shape 1778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779" name="Shape 1779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note text here</a:t>
            </a:r>
          </a:p>
        </p:txBody>
      </p:sp>
    </p:spTree>
  </p:cSld>
  <p:clrMapOvr>
    <a:masterClrMapping/>
  </p:clrMapOvr>
</p:notes>
</file>

<file path=ppt/notesSlides/notesSlide23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5" name="Shape 1785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786" name="Shape 1786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note text here</a:t>
            </a:r>
          </a:p>
        </p:txBody>
      </p:sp>
    </p:spTree>
  </p:cSld>
  <p:clrMapOvr>
    <a:masterClrMapping/>
  </p:clrMapOvr>
</p:notes>
</file>

<file path=ppt/notesSlides/notesSlide23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" name="Shape 1792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793" name="Shape 1793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note text here</a:t>
            </a:r>
          </a:p>
        </p:txBody>
      </p:sp>
    </p:spTree>
  </p:cSld>
  <p:clrMapOvr>
    <a:masterClrMapping/>
  </p:clrMapOvr>
</p:notes>
</file>

<file path=ppt/notesSlides/notesSlide23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9" name="Shape 1799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00" name="Shape 1800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note text here</a:t>
            </a:r>
          </a:p>
        </p:txBody>
      </p:sp>
    </p:spTree>
  </p:cSld>
  <p:clrMapOvr>
    <a:masterClrMapping/>
  </p:clrMapOvr>
</p:notes>
</file>

<file path=ppt/notesSlides/notesSlide23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6" name="Shape 1806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07" name="Shape 1807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note text here</a:t>
            </a:r>
          </a:p>
        </p:txBody>
      </p:sp>
    </p:spTree>
  </p:cSld>
  <p:clrMapOvr>
    <a:masterClrMapping/>
  </p:clrMapOvr>
</p:notes>
</file>

<file path=ppt/notesSlides/notesSlide23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3" name="Shape 1813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14" name="Shape 1814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note text here</a:t>
            </a:r>
          </a:p>
        </p:txBody>
      </p:sp>
    </p:spTree>
  </p:cSld>
  <p:clrMapOvr>
    <a:masterClrMapping/>
  </p:clrMapOvr>
</p:notes>
</file>

<file path=ppt/notesSlides/notesSlide23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0" name="Shape 1820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21" name="Shape 1821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note text here</a:t>
            </a:r>
          </a:p>
        </p:txBody>
      </p:sp>
    </p:spTree>
  </p:cSld>
  <p:clrMapOvr>
    <a:masterClrMapping/>
  </p:clrMapOvr>
</p:notes>
</file>

<file path=ppt/notesSlides/notesSlide23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7" name="Shape 1827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28" name="Shape 1828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note text here</a:t>
            </a:r>
          </a:p>
        </p:txBody>
      </p:sp>
    </p:spTree>
  </p:cSld>
  <p:clrMapOvr>
    <a:masterClrMapping/>
  </p:clrMapOvr>
</p:notes>
</file>

<file path=ppt/notesSlides/notesSlide23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4" name="Shape 1834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35" name="Shape 1835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note text here</a:t>
            </a:r>
          </a:p>
        </p:txBody>
      </p:sp>
    </p:spTree>
  </p:cSld>
  <p:clrMapOvr>
    <a:masterClrMapping/>
  </p:clrMapOvr>
</p:notes>
</file>

<file path=ppt/notesSlides/notesSlide23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1" name="Shape 1841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42" name="Shape 1842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note text here</a:t>
            </a:r>
          </a:p>
        </p:txBody>
      </p:sp>
    </p:spTree>
  </p:cSld>
  <p:clrMapOvr>
    <a:masterClrMapping/>
  </p:clrMapOvr>
</p:notes>
</file>

<file path=ppt/notesSlides/notesSlide24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8" name="Shape 1848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49" name="Shape 1849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note text here</a:t>
            </a:r>
          </a:p>
        </p:txBody>
      </p:sp>
    </p:spTree>
  </p:cSld>
  <p:clrMapOvr>
    <a:masterClrMapping/>
  </p:clrMapOvr>
</p:notes>
</file>

<file path=ppt/notesSlides/notesSlide24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5" name="Shape 1855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56" name="Shape 1856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note text here</a:t>
            </a:r>
          </a:p>
        </p:txBody>
      </p:sp>
    </p:spTree>
  </p:cSld>
  <p:clrMapOvr>
    <a:masterClrMapping/>
  </p:clrMapOvr>
</p:notes>
</file>

<file path=ppt/notesSlides/notesSlide24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2" name="Shape 1862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63" name="Shape 1863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note text here</a:t>
            </a:r>
          </a:p>
        </p:txBody>
      </p:sp>
    </p:spTree>
  </p:cSld>
  <p:clrMapOvr>
    <a:masterClrMapping/>
  </p:clrMapOvr>
</p:notes>
</file>

<file path=ppt/notesSlides/notesSlide24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9" name="Shape 1869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70" name="Shape 1870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note text here</a:t>
            </a:r>
          </a:p>
        </p:txBody>
      </p:sp>
    </p:spTree>
  </p:cSld>
  <p:clrMapOvr>
    <a:masterClrMapping/>
  </p:clrMapOvr>
</p:notes>
</file>

<file path=ppt/notesSlides/notesSlide24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6" name="Shape 1876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77" name="Shape 1877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note text here</a:t>
            </a:r>
          </a:p>
        </p:txBody>
      </p:sp>
    </p:spTree>
  </p:cSld>
  <p:clrMapOvr>
    <a:masterClrMapping/>
  </p:clrMapOvr>
</p:notes>
</file>

<file path=ppt/notesSlides/notesSlide24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3" name="Shape 1883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84" name="Shape 1884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note text here</a:t>
            </a:r>
          </a:p>
        </p:txBody>
      </p:sp>
    </p:spTree>
  </p:cSld>
  <p:clrMapOvr>
    <a:masterClrMapping/>
  </p:clrMapOvr>
</p:notes>
</file>

<file path=ppt/notesSlides/notesSlide24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0" name="Shape 1890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91" name="Shape 1891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note text here</a:t>
            </a:r>
          </a:p>
        </p:txBody>
      </p:sp>
    </p:spTree>
  </p:cSld>
  <p:clrMapOvr>
    <a:masterClrMapping/>
  </p:clrMapOvr>
</p:notes>
</file>

<file path=ppt/notesSlides/notesSlide24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7" name="Shape 1897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98" name="Shape 1898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note text here</a:t>
            </a:r>
          </a:p>
        </p:txBody>
      </p:sp>
    </p:spTree>
  </p:cSld>
  <p:clrMapOvr>
    <a:masterClrMapping/>
  </p:clrMapOvr>
</p:notes>
</file>

<file path=ppt/notesSlides/notesSlide24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4" name="Shape 1904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905" name="Shape 1905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note text here</a:t>
            </a:r>
          </a:p>
        </p:txBody>
      </p:sp>
    </p:spTree>
  </p:cSld>
  <p:clrMapOvr>
    <a:masterClrMapping/>
  </p:clrMapOvr>
</p:notes>
</file>

<file path=ppt/notesSlides/notesSlide24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1" name="Shape 1911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912" name="Shape 1912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note text here</a:t>
            </a:r>
          </a:p>
        </p:txBody>
      </p:sp>
    </p:spTree>
  </p:cSld>
  <p:clrMapOvr>
    <a:masterClrMapping/>
  </p:clrMapOvr>
</p:notes>
</file>

<file path=ppt/notesSlides/notesSlide25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8" name="Shape 1918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919" name="Shape 1919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note text here</a:t>
            </a:r>
          </a:p>
        </p:txBody>
      </p:sp>
    </p:spTree>
  </p:cSld>
  <p:clrMapOvr>
    <a:masterClrMapping/>
  </p:clrMapOvr>
</p:notes>
</file>

<file path=ppt/notesSlides/notesSlide25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5" name="Shape 1925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926" name="Shape 1926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note text here</a:t>
            </a:r>
          </a:p>
        </p:txBody>
      </p:sp>
    </p:spTree>
  </p:cSld>
  <p:clrMapOvr>
    <a:masterClrMapping/>
  </p:clrMapOvr>
</p:notes>
</file>

<file path=ppt/notesSlides/notesSlide25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2" name="Shape 1932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933" name="Shape 1933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note text here</a:t>
            </a:r>
          </a:p>
        </p:txBody>
      </p:sp>
    </p:spTree>
  </p:cSld>
  <p:clrMapOvr>
    <a:masterClrMapping/>
  </p:clrMapOvr>
</p:notes>
</file>

<file path=ppt/notesSlides/notesSlide25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9" name="Shape 1939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940" name="Shape 1940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note text here</a:t>
            </a:r>
          </a:p>
        </p:txBody>
      </p:sp>
    </p:spTree>
  </p:cSld>
  <p:clrMapOvr>
    <a:masterClrMapping/>
  </p:clrMapOvr>
</p:notes>
</file>

<file path=ppt/notesSlides/notesSlide25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" name="Shape 1946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947" name="Shape 1947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note text here</a:t>
            </a:r>
          </a:p>
        </p:txBody>
      </p:sp>
    </p:spTree>
  </p:cSld>
  <p:clrMapOvr>
    <a:masterClrMapping/>
  </p:clrMapOvr>
</p:notes>
</file>

<file path=ppt/notesSlides/notesSlide25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3" name="Shape 1953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954" name="Shape 1954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note text here</a:t>
            </a:r>
          </a:p>
        </p:txBody>
      </p:sp>
    </p:spTree>
  </p:cSld>
  <p:clrMapOvr>
    <a:masterClrMapping/>
  </p:clrMapOvr>
</p:notes>
</file>

<file path=ppt/notesSlides/notesSlide25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0" name="Shape 1960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961" name="Shape 1961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note text here</a:t>
            </a:r>
          </a:p>
        </p:txBody>
      </p:sp>
    </p:spTree>
  </p:cSld>
  <p:clrMapOvr>
    <a:masterClrMapping/>
  </p:clrMapOvr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hor and Date"/>
          <p:cNvSpPr txBox="1"/>
          <p:nvPr>
            <p:ph type="body" sz="quarter" idx="21" hasCustomPrompt="1"/>
          </p:nvPr>
        </p:nvSpPr>
        <p:spPr>
          <a:xfrm>
            <a:off x="698500" y="8657488"/>
            <a:ext cx="11607801" cy="461060"/>
          </a:xfrm>
          <a:prstGeom prst="rect">
            <a:avLst/>
          </a:prstGeom>
        </p:spPr>
        <p:txBody>
          <a:bodyPr anchor="b"/>
          <a:lstStyle>
            <a:lvl1pPr marL="0" indent="0" defTabSz="563541">
              <a:lnSpc>
                <a:spcPct val="100000"/>
              </a:lnSpc>
              <a:spcBef>
                <a:spcPts val="0"/>
              </a:spcBef>
              <a:buSzTx/>
              <a:buNone/>
              <a:defRPr b="1" sz="2304"/>
            </a:lvl1pPr>
          </a:lstStyle>
          <a:p>
            <a:pPr/>
            <a:r>
              <a:t>Author and Date</a:t>
            </a:r>
          </a:p>
        </p:txBody>
      </p:sp>
      <p:sp>
        <p:nvSpPr>
          <p:cNvPr id="12" name="Presentation Title"/>
          <p:cNvSpPr txBox="1"/>
          <p:nvPr>
            <p:ph type="title" hasCustomPrompt="1"/>
          </p:nvPr>
        </p:nvSpPr>
        <p:spPr>
          <a:xfrm>
            <a:off x="698500" y="1854200"/>
            <a:ext cx="11609057" cy="3302000"/>
          </a:xfrm>
          <a:prstGeom prst="rect">
            <a:avLst/>
          </a:prstGeom>
        </p:spPr>
        <p:txBody>
          <a:bodyPr anchor="b"/>
          <a:lstStyle>
            <a:lvl1pPr>
              <a:defRPr spc="-164" sz="8200"/>
            </a:lvl1pPr>
          </a:lstStyle>
          <a:p>
            <a:pPr/>
            <a:r>
              <a:t>Presentation Title</a:t>
            </a:r>
          </a:p>
        </p:txBody>
      </p:sp>
      <p:sp>
        <p:nvSpPr>
          <p:cNvPr id="13" name="Treść - poziom 1…"/>
          <p:cNvSpPr txBox="1"/>
          <p:nvPr>
            <p:ph type="body" sz="quarter" idx="1" hasCustomPrompt="1"/>
          </p:nvPr>
        </p:nvSpPr>
        <p:spPr>
          <a:xfrm>
            <a:off x="698500" y="5105400"/>
            <a:ext cx="11607800" cy="1456399"/>
          </a:xfrm>
          <a:prstGeom prst="rect">
            <a:avLst/>
          </a:prstGeom>
        </p:spPr>
        <p:txBody>
          <a:bodyPr/>
          <a:lstStyle>
            <a:lvl1pPr marL="0" indent="0" defTabSz="587022">
              <a:lnSpc>
                <a:spcPct val="100000"/>
              </a:lnSpc>
              <a:spcBef>
                <a:spcPts val="0"/>
              </a:spcBef>
              <a:buSzTx/>
              <a:buNone/>
              <a:defRPr b="1" sz="3800"/>
            </a:lvl1pPr>
            <a:lvl2pPr marL="0" indent="457200" defTabSz="587022">
              <a:lnSpc>
                <a:spcPct val="100000"/>
              </a:lnSpc>
              <a:spcBef>
                <a:spcPts val="0"/>
              </a:spcBef>
              <a:buSzTx/>
              <a:buNone/>
              <a:defRPr b="1" sz="3800"/>
            </a:lvl2pPr>
            <a:lvl3pPr marL="0" indent="914400" defTabSz="587022">
              <a:lnSpc>
                <a:spcPct val="100000"/>
              </a:lnSpc>
              <a:spcBef>
                <a:spcPts val="0"/>
              </a:spcBef>
              <a:buSzTx/>
              <a:buNone/>
              <a:defRPr b="1" sz="3800"/>
            </a:lvl3pPr>
            <a:lvl4pPr marL="0" indent="1371600" defTabSz="587022">
              <a:lnSpc>
                <a:spcPct val="100000"/>
              </a:lnSpc>
              <a:spcBef>
                <a:spcPts val="0"/>
              </a:spcBef>
              <a:buSzTx/>
              <a:buNone/>
              <a:defRPr b="1" sz="3800"/>
            </a:lvl4pPr>
            <a:lvl5pPr marL="0" indent="1828800" defTabSz="587022">
              <a:lnSpc>
                <a:spcPct val="100000"/>
              </a:lnSpc>
              <a:spcBef>
                <a:spcPts val="0"/>
              </a:spcBef>
              <a:buSzTx/>
              <a:buNone/>
              <a:defRPr b="1" sz="3800"/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4" name="Numer slajdu"/>
          <p:cNvSpPr txBox="1"/>
          <p:nvPr>
            <p:ph type="sldNum" sz="quarter" idx="2"/>
          </p:nvPr>
        </p:nvSpPr>
        <p:spPr>
          <a:xfrm>
            <a:off x="6353454" y="9220199"/>
            <a:ext cx="297892" cy="287479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Avocados and limes"/>
          <p:cNvSpPr/>
          <p:nvPr>
            <p:ph type="pic" idx="21"/>
          </p:nvPr>
        </p:nvSpPr>
        <p:spPr>
          <a:xfrm>
            <a:off x="-376767" y="-915894"/>
            <a:ext cx="17835652" cy="10682195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Presentation Title"/>
          <p:cNvSpPr txBox="1"/>
          <p:nvPr>
            <p:ph type="title" hasCustomPrompt="1"/>
          </p:nvPr>
        </p:nvSpPr>
        <p:spPr>
          <a:xfrm>
            <a:off x="698500" y="5181600"/>
            <a:ext cx="11607800" cy="3302000"/>
          </a:xfrm>
          <a:prstGeom prst="rect">
            <a:avLst/>
          </a:prstGeom>
        </p:spPr>
        <p:txBody>
          <a:bodyPr anchor="b"/>
          <a:lstStyle>
            <a:lvl1pPr>
              <a:defRPr spc="-164" sz="8200"/>
            </a:lvl1pPr>
          </a:lstStyle>
          <a:p>
            <a:pPr/>
            <a:r>
              <a:t>Presentation Title</a:t>
            </a:r>
          </a:p>
        </p:txBody>
      </p:sp>
      <p:sp>
        <p:nvSpPr>
          <p:cNvPr id="23" name="Treść - poziom 1…"/>
          <p:cNvSpPr txBox="1"/>
          <p:nvPr>
            <p:ph type="body" sz="quarter" idx="1" hasCustomPrompt="1"/>
          </p:nvPr>
        </p:nvSpPr>
        <p:spPr>
          <a:xfrm>
            <a:off x="698500" y="8432800"/>
            <a:ext cx="11607800" cy="689769"/>
          </a:xfrm>
          <a:prstGeom prst="rect">
            <a:avLst/>
          </a:prstGeom>
        </p:spPr>
        <p:txBody>
          <a:bodyPr/>
          <a:lstStyle>
            <a:lvl1pPr marL="0" indent="0" defTabSz="587022">
              <a:lnSpc>
                <a:spcPct val="100000"/>
              </a:lnSpc>
              <a:spcBef>
                <a:spcPts val="0"/>
              </a:spcBef>
              <a:buSzTx/>
              <a:buNone/>
              <a:defRPr b="1" sz="3800"/>
            </a:lvl1pPr>
            <a:lvl2pPr marL="0" indent="457200" defTabSz="587022">
              <a:lnSpc>
                <a:spcPct val="100000"/>
              </a:lnSpc>
              <a:spcBef>
                <a:spcPts val="0"/>
              </a:spcBef>
              <a:buSzTx/>
              <a:buNone/>
              <a:defRPr b="1" sz="3800"/>
            </a:lvl2pPr>
            <a:lvl3pPr marL="0" indent="914400" defTabSz="587022">
              <a:lnSpc>
                <a:spcPct val="100000"/>
              </a:lnSpc>
              <a:spcBef>
                <a:spcPts val="0"/>
              </a:spcBef>
              <a:buSzTx/>
              <a:buNone/>
              <a:defRPr b="1" sz="3800"/>
            </a:lvl3pPr>
            <a:lvl4pPr marL="0" indent="1371600" defTabSz="587022">
              <a:lnSpc>
                <a:spcPct val="100000"/>
              </a:lnSpc>
              <a:spcBef>
                <a:spcPts val="0"/>
              </a:spcBef>
              <a:buSzTx/>
              <a:buNone/>
              <a:defRPr b="1" sz="3800"/>
            </a:lvl4pPr>
            <a:lvl5pPr marL="0" indent="1828800" defTabSz="587022">
              <a:lnSpc>
                <a:spcPct val="100000"/>
              </a:lnSpc>
              <a:spcBef>
                <a:spcPts val="0"/>
              </a:spcBef>
              <a:buSzTx/>
              <a:buNone/>
              <a:defRPr b="1" sz="3800"/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4" name="Author and Date"/>
          <p:cNvSpPr txBox="1"/>
          <p:nvPr>
            <p:ph type="body" sz="quarter" idx="22" hasCustomPrompt="1"/>
          </p:nvPr>
        </p:nvSpPr>
        <p:spPr>
          <a:xfrm>
            <a:off x="698500" y="571500"/>
            <a:ext cx="11607801" cy="461059"/>
          </a:xfrm>
          <a:prstGeom prst="rect">
            <a:avLst/>
          </a:prstGeom>
        </p:spPr>
        <p:txBody>
          <a:bodyPr/>
          <a:lstStyle>
            <a:lvl1pPr marL="0" indent="0" defTabSz="563541">
              <a:lnSpc>
                <a:spcPct val="100000"/>
              </a:lnSpc>
              <a:spcBef>
                <a:spcPts val="0"/>
              </a:spcBef>
              <a:buSzTx/>
              <a:buNone/>
              <a:defRPr b="1" sz="2304"/>
            </a:lvl1pPr>
          </a:lstStyle>
          <a:p>
            <a:pPr/>
            <a:r>
              <a:t>Author and Date</a:t>
            </a:r>
          </a:p>
        </p:txBody>
      </p:sp>
      <p:sp>
        <p:nvSpPr>
          <p:cNvPr id="25" name="Numer slajdu"/>
          <p:cNvSpPr txBox="1"/>
          <p:nvPr>
            <p:ph type="sldNum" sz="quarter" idx="2"/>
          </p:nvPr>
        </p:nvSpPr>
        <p:spPr>
          <a:xfrm>
            <a:off x="6349999" y="9220199"/>
            <a:ext cx="297893" cy="287479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Bowl with salmon cakes, salad, and hummus "/>
          <p:cNvSpPr/>
          <p:nvPr>
            <p:ph type="pic" idx="21"/>
          </p:nvPr>
        </p:nvSpPr>
        <p:spPr>
          <a:xfrm>
            <a:off x="5319129" y="495299"/>
            <a:ext cx="7543801" cy="8780059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3" name="Treść - poziom 1…"/>
          <p:cNvSpPr txBox="1"/>
          <p:nvPr>
            <p:ph type="body" sz="quarter" idx="1" hasCustomPrompt="1"/>
          </p:nvPr>
        </p:nvSpPr>
        <p:spPr>
          <a:xfrm>
            <a:off x="698500" y="5003800"/>
            <a:ext cx="5105400" cy="4044566"/>
          </a:xfrm>
          <a:prstGeom prst="rect">
            <a:avLst/>
          </a:prstGeom>
        </p:spPr>
        <p:txBody>
          <a:bodyPr/>
          <a:lstStyle>
            <a:lvl1pPr marL="0" indent="0" defTabSz="587022">
              <a:lnSpc>
                <a:spcPct val="100000"/>
              </a:lnSpc>
              <a:spcBef>
                <a:spcPts val="0"/>
              </a:spcBef>
              <a:buSzTx/>
              <a:buNone/>
              <a:defRPr b="1" sz="3800"/>
            </a:lvl1pPr>
            <a:lvl2pPr marL="0" indent="457200" defTabSz="587022">
              <a:lnSpc>
                <a:spcPct val="100000"/>
              </a:lnSpc>
              <a:spcBef>
                <a:spcPts val="0"/>
              </a:spcBef>
              <a:buSzTx/>
              <a:buNone/>
              <a:defRPr b="1" sz="3800"/>
            </a:lvl2pPr>
            <a:lvl3pPr marL="0" indent="914400" defTabSz="587022">
              <a:lnSpc>
                <a:spcPct val="100000"/>
              </a:lnSpc>
              <a:spcBef>
                <a:spcPts val="0"/>
              </a:spcBef>
              <a:buSzTx/>
              <a:buNone/>
              <a:defRPr b="1" sz="3800"/>
            </a:lvl3pPr>
            <a:lvl4pPr marL="0" indent="1371600" defTabSz="587022">
              <a:lnSpc>
                <a:spcPct val="100000"/>
              </a:lnSpc>
              <a:spcBef>
                <a:spcPts val="0"/>
              </a:spcBef>
              <a:buSzTx/>
              <a:buNone/>
              <a:defRPr b="1" sz="3800"/>
            </a:lvl4pPr>
            <a:lvl5pPr marL="0" indent="1828800" defTabSz="587022">
              <a:lnSpc>
                <a:spcPct val="100000"/>
              </a:lnSpc>
              <a:spcBef>
                <a:spcPts val="0"/>
              </a:spcBef>
              <a:buSzTx/>
              <a:buNone/>
              <a:defRPr b="1" sz="3800"/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4" name="Slide Title"/>
          <p:cNvSpPr txBox="1"/>
          <p:nvPr>
            <p:ph type="title" hasCustomPrompt="1"/>
          </p:nvPr>
        </p:nvSpPr>
        <p:spPr>
          <a:xfrm>
            <a:off x="698500" y="692534"/>
            <a:ext cx="5105400" cy="4387466"/>
          </a:xfrm>
          <a:prstGeom prst="rect">
            <a:avLst/>
          </a:prstGeom>
        </p:spPr>
        <p:txBody>
          <a:bodyPr anchor="b"/>
          <a:lstStyle/>
          <a:p>
            <a:pPr/>
            <a:r>
              <a:t>Slide Title</a:t>
            </a:r>
          </a:p>
        </p:txBody>
      </p:sp>
      <p:sp>
        <p:nvSpPr>
          <p:cNvPr id="35" name="Numer slajdu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reść - poziom 1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3" name="Slide Subtitle"/>
          <p:cNvSpPr txBox="1"/>
          <p:nvPr>
            <p:ph type="body" sz="quarter" idx="21" hasCustomPrompt="1"/>
          </p:nvPr>
        </p:nvSpPr>
        <p:spPr>
          <a:xfrm>
            <a:off x="698500" y="1412977"/>
            <a:ext cx="11607801" cy="671803"/>
          </a:xfrm>
          <a:prstGeom prst="rect">
            <a:avLst/>
          </a:prstGeom>
        </p:spPr>
        <p:txBody>
          <a:bodyPr/>
          <a:lstStyle>
            <a:lvl1pPr marL="0" indent="0" defTabSz="587022">
              <a:lnSpc>
                <a:spcPct val="100000"/>
              </a:lnSpc>
              <a:spcBef>
                <a:spcPts val="0"/>
              </a:spcBef>
              <a:buSzTx/>
              <a:buNone/>
              <a:defRPr b="1" sz="3800"/>
            </a:lvl1pPr>
          </a:lstStyle>
          <a:p>
            <a:pPr/>
            <a:r>
              <a:t>Slide Subtitle</a:t>
            </a:r>
          </a:p>
        </p:txBody>
      </p:sp>
      <p:sp>
        <p:nvSpPr>
          <p:cNvPr id="44" name="Slide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45" name="Numer slajdu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Treść - poziom 1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589358"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Numer slajdu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Bowl of pappardelle pasta with parsley butter, roasted hazelnuts, and shaved parmesan cheese"/>
          <p:cNvSpPr/>
          <p:nvPr>
            <p:ph type="pic" idx="21"/>
          </p:nvPr>
        </p:nvSpPr>
        <p:spPr>
          <a:xfrm>
            <a:off x="6172200" y="596900"/>
            <a:ext cx="6448425" cy="85979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1" name="Slide Title"/>
          <p:cNvSpPr txBox="1"/>
          <p:nvPr>
            <p:ph type="title" hasCustomPrompt="1"/>
          </p:nvPr>
        </p:nvSpPr>
        <p:spPr>
          <a:xfrm>
            <a:off x="698500" y="444500"/>
            <a:ext cx="5105400" cy="10160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62" name="Slide Subtitle"/>
          <p:cNvSpPr txBox="1"/>
          <p:nvPr>
            <p:ph type="body" sz="quarter" idx="22" hasCustomPrompt="1"/>
          </p:nvPr>
        </p:nvSpPr>
        <p:spPr>
          <a:xfrm>
            <a:off x="698500" y="1412977"/>
            <a:ext cx="5105400" cy="671803"/>
          </a:xfrm>
          <a:prstGeom prst="rect">
            <a:avLst/>
          </a:prstGeom>
        </p:spPr>
        <p:txBody>
          <a:bodyPr/>
          <a:lstStyle>
            <a:lvl1pPr marL="0" indent="0" defTabSz="587022">
              <a:lnSpc>
                <a:spcPct val="100000"/>
              </a:lnSpc>
              <a:spcBef>
                <a:spcPts val="0"/>
              </a:spcBef>
              <a:buSzTx/>
              <a:buNone/>
              <a:defRPr b="1" sz="3800"/>
            </a:lvl1pPr>
          </a:lstStyle>
          <a:p>
            <a:pPr/>
            <a:r>
              <a:t>Slide Subtitle</a:t>
            </a:r>
          </a:p>
        </p:txBody>
      </p:sp>
      <p:sp>
        <p:nvSpPr>
          <p:cNvPr id="63" name="Treść - poziom 1…"/>
          <p:cNvSpPr txBox="1"/>
          <p:nvPr>
            <p:ph type="body" sz="half" idx="1" hasCustomPrompt="1"/>
          </p:nvPr>
        </p:nvSpPr>
        <p:spPr>
          <a:xfrm>
            <a:off x="698500" y="3480196"/>
            <a:ext cx="5105400" cy="5593161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4" name="Numer slajdu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lide Title"/>
          <p:cNvSpPr txBox="1"/>
          <p:nvPr>
            <p:ph type="title" hasCustomPrompt="1"/>
          </p:nvPr>
        </p:nvSpPr>
        <p:spPr>
          <a:xfrm>
            <a:off x="698500" y="444500"/>
            <a:ext cx="5105400" cy="10160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72" name="Slide Subtitle"/>
          <p:cNvSpPr txBox="1"/>
          <p:nvPr>
            <p:ph type="body" sz="quarter" idx="21" hasCustomPrompt="1"/>
          </p:nvPr>
        </p:nvSpPr>
        <p:spPr>
          <a:xfrm>
            <a:off x="698500" y="1412977"/>
            <a:ext cx="5105400" cy="671803"/>
          </a:xfrm>
          <a:prstGeom prst="rect">
            <a:avLst/>
          </a:prstGeom>
        </p:spPr>
        <p:txBody>
          <a:bodyPr/>
          <a:lstStyle>
            <a:lvl1pPr marL="0" indent="0" defTabSz="587022">
              <a:lnSpc>
                <a:spcPct val="100000"/>
              </a:lnSpc>
              <a:spcBef>
                <a:spcPts val="0"/>
              </a:spcBef>
              <a:buSzTx/>
              <a:buNone/>
              <a:defRPr b="1" sz="3800"/>
            </a:lvl1pPr>
          </a:lstStyle>
          <a:p>
            <a:pPr/>
            <a:r>
              <a:t>Slide Subtitle</a:t>
            </a:r>
          </a:p>
        </p:txBody>
      </p:sp>
      <p:sp>
        <p:nvSpPr>
          <p:cNvPr id="73" name="Treść - poziom 1…"/>
          <p:cNvSpPr txBox="1"/>
          <p:nvPr>
            <p:ph type="body" sz="half" idx="1" hasCustomPrompt="1"/>
          </p:nvPr>
        </p:nvSpPr>
        <p:spPr>
          <a:xfrm>
            <a:off x="698500" y="3480196"/>
            <a:ext cx="5105400" cy="5593161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74" name="Numer slajdu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lide Title"/>
          <p:cNvSpPr txBox="1"/>
          <p:nvPr>
            <p:ph type="title" hasCustomPrompt="1"/>
          </p:nvPr>
        </p:nvSpPr>
        <p:spPr>
          <a:xfrm>
            <a:off x="698500" y="444500"/>
            <a:ext cx="5105400" cy="10160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82" name="Slide Subtitle"/>
          <p:cNvSpPr txBox="1"/>
          <p:nvPr>
            <p:ph type="body" sz="quarter" idx="21" hasCustomPrompt="1"/>
          </p:nvPr>
        </p:nvSpPr>
        <p:spPr>
          <a:xfrm>
            <a:off x="698500" y="1412977"/>
            <a:ext cx="5105400" cy="671803"/>
          </a:xfrm>
          <a:prstGeom prst="rect">
            <a:avLst/>
          </a:prstGeom>
        </p:spPr>
        <p:txBody>
          <a:bodyPr/>
          <a:lstStyle>
            <a:lvl1pPr marL="0" indent="0" defTabSz="587022">
              <a:lnSpc>
                <a:spcPct val="100000"/>
              </a:lnSpc>
              <a:spcBef>
                <a:spcPts val="0"/>
              </a:spcBef>
              <a:buSzTx/>
              <a:buNone/>
              <a:defRPr b="1" sz="3800"/>
            </a:lvl1pPr>
          </a:lstStyle>
          <a:p>
            <a:pPr/>
            <a:r>
              <a:t>Slide Subtitle</a:t>
            </a:r>
          </a:p>
        </p:txBody>
      </p:sp>
      <p:sp>
        <p:nvSpPr>
          <p:cNvPr id="83" name="Treść - poziom 1…"/>
          <p:cNvSpPr txBox="1"/>
          <p:nvPr>
            <p:ph type="body" sz="half" idx="1" hasCustomPrompt="1"/>
          </p:nvPr>
        </p:nvSpPr>
        <p:spPr>
          <a:xfrm>
            <a:off x="698500" y="3480196"/>
            <a:ext cx="5105400" cy="5593161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84" name="Numer slajdu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ection Title"/>
          <p:cNvSpPr txBox="1"/>
          <p:nvPr>
            <p:ph type="title" hasCustomPrompt="1"/>
          </p:nvPr>
        </p:nvSpPr>
        <p:spPr>
          <a:xfrm>
            <a:off x="698500" y="3225800"/>
            <a:ext cx="11607800" cy="3302000"/>
          </a:xfrm>
          <a:prstGeom prst="rect">
            <a:avLst/>
          </a:prstGeom>
        </p:spPr>
        <p:txBody>
          <a:bodyPr anchor="ctr"/>
          <a:lstStyle>
            <a:lvl1pPr>
              <a:defRPr b="0" spc="-164" sz="8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Section Title</a:t>
            </a:r>
          </a:p>
        </p:txBody>
      </p:sp>
      <p:sp>
        <p:nvSpPr>
          <p:cNvPr id="92" name="Numer slajdu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lide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100" name="Slide Subtitle"/>
          <p:cNvSpPr txBox="1"/>
          <p:nvPr>
            <p:ph type="body" sz="quarter" idx="21" hasCustomPrompt="1"/>
          </p:nvPr>
        </p:nvSpPr>
        <p:spPr>
          <a:xfrm>
            <a:off x="698500" y="1412977"/>
            <a:ext cx="11607801" cy="671803"/>
          </a:xfrm>
          <a:prstGeom prst="rect">
            <a:avLst/>
          </a:prstGeom>
        </p:spPr>
        <p:txBody>
          <a:bodyPr/>
          <a:lstStyle>
            <a:lvl1pPr marL="0" indent="0" defTabSz="587022">
              <a:lnSpc>
                <a:spcPct val="100000"/>
              </a:lnSpc>
              <a:spcBef>
                <a:spcPts val="0"/>
              </a:spcBef>
              <a:buSzTx/>
              <a:buNone/>
              <a:defRPr b="1" sz="3800"/>
            </a:lvl1pPr>
          </a:lstStyle>
          <a:p>
            <a:pPr/>
            <a:r>
              <a:t>Slide Subtitle</a:t>
            </a:r>
          </a:p>
        </p:txBody>
      </p:sp>
      <p:sp>
        <p:nvSpPr>
          <p:cNvPr id="101" name="Numer slajdu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Agenda Title"/>
          <p:cNvSpPr txBox="1"/>
          <p:nvPr>
            <p:ph type="title" hasCustomPrompt="1"/>
          </p:nvPr>
        </p:nvSpPr>
        <p:spPr>
          <a:xfrm>
            <a:off x="698500" y="444500"/>
            <a:ext cx="11607800" cy="1016000"/>
          </a:xfrm>
          <a:prstGeom prst="rect">
            <a:avLst/>
          </a:prstGeom>
        </p:spPr>
        <p:txBody>
          <a:bodyPr/>
          <a:lstStyle/>
          <a:p>
            <a:pPr/>
            <a:r>
              <a:t>Agenda Title</a:t>
            </a:r>
          </a:p>
        </p:txBody>
      </p:sp>
      <p:sp>
        <p:nvSpPr>
          <p:cNvPr id="109" name="Agenda Subtitle"/>
          <p:cNvSpPr txBox="1"/>
          <p:nvPr>
            <p:ph type="body" sz="quarter" idx="21" hasCustomPrompt="1"/>
          </p:nvPr>
        </p:nvSpPr>
        <p:spPr>
          <a:xfrm>
            <a:off x="698500" y="1409700"/>
            <a:ext cx="11607801" cy="671802"/>
          </a:xfrm>
          <a:prstGeom prst="rect">
            <a:avLst/>
          </a:prstGeom>
        </p:spPr>
        <p:txBody>
          <a:bodyPr/>
          <a:lstStyle>
            <a:lvl1pPr marL="0" indent="0" defTabSz="587022">
              <a:lnSpc>
                <a:spcPct val="100000"/>
              </a:lnSpc>
              <a:spcBef>
                <a:spcPts val="0"/>
              </a:spcBef>
              <a:buSzTx/>
              <a:buNone/>
              <a:defRPr b="1" sz="3800"/>
            </a:lvl1pPr>
          </a:lstStyle>
          <a:p>
            <a:pPr/>
            <a:r>
              <a:t>Agenda Subtitle</a:t>
            </a:r>
          </a:p>
        </p:txBody>
      </p:sp>
      <p:sp>
        <p:nvSpPr>
          <p:cNvPr id="110" name="Treść - poziom 1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>
              <a:spcBef>
                <a:spcPts val="1300"/>
              </a:spcBef>
              <a:buSzTx/>
              <a:buNone/>
              <a:defRPr spc="-38" sz="3800"/>
            </a:lvl1pPr>
            <a:lvl2pPr marL="0" indent="457200">
              <a:spcBef>
                <a:spcPts val="1300"/>
              </a:spcBef>
              <a:buSzTx/>
              <a:buNone/>
              <a:defRPr spc="-38" sz="3800"/>
            </a:lvl2pPr>
            <a:lvl3pPr marL="0" indent="914400">
              <a:spcBef>
                <a:spcPts val="1300"/>
              </a:spcBef>
              <a:buSzTx/>
              <a:buNone/>
              <a:defRPr spc="-38" sz="3800"/>
            </a:lvl3pPr>
            <a:lvl4pPr marL="0" indent="1371600">
              <a:spcBef>
                <a:spcPts val="1300"/>
              </a:spcBef>
              <a:buSzTx/>
              <a:buNone/>
              <a:defRPr spc="-38" sz="3800"/>
            </a:lvl4pPr>
            <a:lvl5pPr marL="0" indent="1828800">
              <a:spcBef>
                <a:spcPts val="1300"/>
              </a:spcBef>
              <a:buSzTx/>
              <a:buNone/>
              <a:defRPr spc="-38" sz="3800"/>
            </a:lvl5pPr>
          </a:lstStyle>
          <a:p>
            <a:pPr/>
            <a:r>
              <a:t>Agenda Topics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1" name="Numer slajdu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Treść - poziom 1…"/>
          <p:cNvSpPr txBox="1"/>
          <p:nvPr>
            <p:ph type="body" sz="half" idx="1" hasCustomPrompt="1"/>
          </p:nvPr>
        </p:nvSpPr>
        <p:spPr>
          <a:xfrm>
            <a:off x="698500" y="3568700"/>
            <a:ext cx="11607800" cy="26177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164" sz="8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pc="-164" sz="8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pc="-164" sz="8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pc="-164" sz="8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pc="-164" sz="8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Statement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9" name="Numer slajdu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ig 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Fact information"/>
          <p:cNvSpPr txBox="1"/>
          <p:nvPr>
            <p:ph type="body" sz="quarter" idx="21" hasCustomPrompt="1"/>
          </p:nvPr>
        </p:nvSpPr>
        <p:spPr>
          <a:xfrm>
            <a:off x="698500" y="6209979"/>
            <a:ext cx="11607800" cy="671803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SzTx/>
              <a:buNone/>
              <a:defRPr b="1" sz="3800"/>
            </a:lvl1pPr>
          </a:lstStyle>
          <a:p>
            <a:pPr/>
            <a:r>
              <a:t>Fact information</a:t>
            </a:r>
          </a:p>
        </p:txBody>
      </p:sp>
      <p:sp>
        <p:nvSpPr>
          <p:cNvPr id="127" name="Treść - poziom 1…"/>
          <p:cNvSpPr txBox="1"/>
          <p:nvPr>
            <p:ph type="body" idx="1" hasCustomPrompt="1"/>
          </p:nvPr>
        </p:nvSpPr>
        <p:spPr>
          <a:xfrm>
            <a:off x="698500" y="999066"/>
            <a:ext cx="11607800" cy="521091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176" sz="17600"/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176" sz="17600"/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176" sz="17600"/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176" sz="17600"/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176" sz="17600"/>
            </a:lvl5pPr>
          </a:lstStyle>
          <a:p>
            <a:pPr/>
            <a:r>
              <a:t>100%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8" name="Numer slajdu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Treść - poziom 1…"/>
          <p:cNvSpPr txBox="1"/>
          <p:nvPr>
            <p:ph type="body" sz="half" idx="1" hasCustomPrompt="1"/>
          </p:nvPr>
        </p:nvSpPr>
        <p:spPr>
          <a:xfrm>
            <a:off x="736600" y="3721100"/>
            <a:ext cx="11531600" cy="2324100"/>
          </a:xfrm>
          <a:prstGeom prst="rect">
            <a:avLst/>
          </a:prstGeom>
        </p:spPr>
        <p:txBody>
          <a:bodyPr anchor="ctr"/>
          <a:lstStyle>
            <a:lvl1pPr marL="457200" indent="-342900">
              <a:spcBef>
                <a:spcPts val="0"/>
              </a:spcBef>
              <a:buSzTx/>
              <a:buNone/>
              <a:defRPr spc="-119" sz="60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457200" indent="114300">
              <a:spcBef>
                <a:spcPts val="0"/>
              </a:spcBef>
              <a:buSzTx/>
              <a:buNone/>
              <a:defRPr spc="-119" sz="60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457200" indent="571500">
              <a:spcBef>
                <a:spcPts val="0"/>
              </a:spcBef>
              <a:buSzTx/>
              <a:buNone/>
              <a:defRPr spc="-119" sz="60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457200" indent="1028700">
              <a:spcBef>
                <a:spcPts val="0"/>
              </a:spcBef>
              <a:buSzTx/>
              <a:buNone/>
              <a:defRPr spc="-119" sz="60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457200" indent="1485900">
              <a:spcBef>
                <a:spcPts val="0"/>
              </a:spcBef>
              <a:buSzTx/>
              <a:buNone/>
              <a:defRPr spc="-119" sz="60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“Notable Quote”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6" name="Attribution"/>
          <p:cNvSpPr txBox="1"/>
          <p:nvPr>
            <p:ph type="body" sz="quarter" idx="21" hasCustomPrompt="1"/>
          </p:nvPr>
        </p:nvSpPr>
        <p:spPr>
          <a:xfrm>
            <a:off x="1219200" y="6426200"/>
            <a:ext cx="11049000" cy="461059"/>
          </a:xfrm>
          <a:prstGeom prst="rect">
            <a:avLst/>
          </a:prstGeom>
        </p:spPr>
        <p:txBody>
          <a:bodyPr/>
          <a:lstStyle>
            <a:lvl1pPr marL="0" indent="0" defTabSz="563541">
              <a:lnSpc>
                <a:spcPct val="100000"/>
              </a:lnSpc>
              <a:spcBef>
                <a:spcPts val="0"/>
              </a:spcBef>
              <a:buSzTx/>
              <a:buNone/>
              <a:defRPr b="1" sz="2304"/>
            </a:lvl1pPr>
          </a:lstStyle>
          <a:p>
            <a:pPr/>
            <a:r>
              <a:t>Attribution</a:t>
            </a:r>
          </a:p>
        </p:txBody>
      </p:sp>
      <p:sp>
        <p:nvSpPr>
          <p:cNvPr id="137" name="Numer slajdu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Bowl of pappardelle pasta with parsley butter, roasted hazelnuts, and shaved parmesan cheese"/>
          <p:cNvSpPr/>
          <p:nvPr>
            <p:ph type="pic" idx="21"/>
          </p:nvPr>
        </p:nvSpPr>
        <p:spPr>
          <a:xfrm>
            <a:off x="-2082800" y="687558"/>
            <a:ext cx="11165190" cy="837389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5" name="Bowl of salad with fried rice, boiled eggs, and chopsticks"/>
          <p:cNvSpPr/>
          <p:nvPr>
            <p:ph type="pic" sz="half" idx="22"/>
          </p:nvPr>
        </p:nvSpPr>
        <p:spPr>
          <a:xfrm>
            <a:off x="6597650" y="292100"/>
            <a:ext cx="5740400" cy="459232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6" name="Bowl with salmon cakes, salad, and hummus"/>
          <p:cNvSpPr/>
          <p:nvPr>
            <p:ph type="pic" idx="23"/>
          </p:nvPr>
        </p:nvSpPr>
        <p:spPr>
          <a:xfrm>
            <a:off x="4984750" y="2749413"/>
            <a:ext cx="7937500" cy="9238277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7" name="Numer slajdu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Bowl of salad with fried rice, boiled eggs, and chopsticks"/>
          <p:cNvSpPr/>
          <p:nvPr>
            <p:ph type="pic" idx="21"/>
          </p:nvPr>
        </p:nvSpPr>
        <p:spPr>
          <a:xfrm>
            <a:off x="-1016000" y="-1054100"/>
            <a:ext cx="14427200" cy="1154176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55" name="Numer slajdu"/>
          <p:cNvSpPr txBox="1"/>
          <p:nvPr>
            <p:ph type="sldNum" sz="quarter" idx="2"/>
          </p:nvPr>
        </p:nvSpPr>
        <p:spPr>
          <a:xfrm>
            <a:off x="6353454" y="9220199"/>
            <a:ext cx="297892" cy="28747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Numer slajdu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reść - poziom 1…"/>
          <p:cNvSpPr txBox="1"/>
          <p:nvPr>
            <p:ph type="body" idx="1" hasCustomPrompt="1"/>
          </p:nvPr>
        </p:nvSpPr>
        <p:spPr>
          <a:xfrm>
            <a:off x="698500" y="2959100"/>
            <a:ext cx="11607800" cy="6096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" name="Slide Title"/>
          <p:cNvSpPr txBox="1"/>
          <p:nvPr>
            <p:ph type="title" hasCustomPrompt="1"/>
          </p:nvPr>
        </p:nvSpPr>
        <p:spPr>
          <a:xfrm>
            <a:off x="698500" y="440266"/>
            <a:ext cx="11607800" cy="1016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Title</a:t>
            </a:r>
          </a:p>
        </p:txBody>
      </p:sp>
      <p:sp>
        <p:nvSpPr>
          <p:cNvPr id="4" name="Numer slajdu"/>
          <p:cNvSpPr txBox="1"/>
          <p:nvPr>
            <p:ph type="sldNum" sz="quarter" idx="2"/>
          </p:nvPr>
        </p:nvSpPr>
        <p:spPr>
          <a:xfrm>
            <a:off x="6350067" y="9220199"/>
            <a:ext cx="297892" cy="287479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13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transition xmlns:p14="http://schemas.microsoft.com/office/powerpoint/2010/main" spd="med" advClick="1"/>
  <p:txStyles>
    <p:titleStyle>
      <a:lvl1pPr marL="0" marR="0" indent="0" algn="l" defTabSz="173393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19" strike="noStrike" sz="60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173393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19" strike="noStrike" sz="60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173393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19" strike="noStrike" sz="60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173393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19" strike="noStrike" sz="60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173393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19" strike="noStrike" sz="60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173393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19" strike="noStrike" sz="60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173393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19" strike="noStrike" sz="60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173393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19" strike="noStrike" sz="60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173393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19" strike="noStrike" sz="60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381000" marR="0" indent="-381000" algn="l" defTabSz="1733930" rtl="0" latinLnBrk="0">
        <a:lnSpc>
          <a:spcPct val="90000"/>
        </a:lnSpc>
        <a:spcBef>
          <a:spcPts val="32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30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762000" marR="0" indent="-381000" algn="l" defTabSz="1733930" rtl="0" latinLnBrk="0">
        <a:lnSpc>
          <a:spcPct val="90000"/>
        </a:lnSpc>
        <a:spcBef>
          <a:spcPts val="32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30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1143000" marR="0" indent="-381000" algn="l" defTabSz="1733930" rtl="0" latinLnBrk="0">
        <a:lnSpc>
          <a:spcPct val="90000"/>
        </a:lnSpc>
        <a:spcBef>
          <a:spcPts val="32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30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1524000" marR="0" indent="-381000" algn="l" defTabSz="1733930" rtl="0" latinLnBrk="0">
        <a:lnSpc>
          <a:spcPct val="90000"/>
        </a:lnSpc>
        <a:spcBef>
          <a:spcPts val="32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30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1905000" marR="0" indent="-381000" algn="l" defTabSz="1733930" rtl="0" latinLnBrk="0">
        <a:lnSpc>
          <a:spcPct val="90000"/>
        </a:lnSpc>
        <a:spcBef>
          <a:spcPts val="32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30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2286000" marR="0" indent="-381000" algn="l" defTabSz="1733930" rtl="0" latinLnBrk="0">
        <a:lnSpc>
          <a:spcPct val="90000"/>
        </a:lnSpc>
        <a:spcBef>
          <a:spcPts val="32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30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2667000" marR="0" indent="-381000" algn="l" defTabSz="1733930" rtl="0" latinLnBrk="0">
        <a:lnSpc>
          <a:spcPct val="90000"/>
        </a:lnSpc>
        <a:spcBef>
          <a:spcPts val="32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30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3048000" marR="0" indent="-381000" algn="l" defTabSz="1733930" rtl="0" latinLnBrk="0">
        <a:lnSpc>
          <a:spcPct val="90000"/>
        </a:lnSpc>
        <a:spcBef>
          <a:spcPts val="32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30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3429000" marR="0" indent="-381000" algn="l" defTabSz="1733930" rtl="0" latinLnBrk="0">
        <a:lnSpc>
          <a:spcPct val="90000"/>
        </a:lnSpc>
        <a:spcBef>
          <a:spcPts val="32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30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3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3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3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3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3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3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3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3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3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3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4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5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6.xml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7.xml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8.xml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9.xml"/></Relationships>
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0.xml"/></Relationships>
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1.xml"/></Relationships>
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2.xml"/></Relationships>
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3.xml"/></Relationships>
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4.xml"/></Relationships>
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5.xml"/></Relationships>
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6.xml"/></Relationships>
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7.xml"/></Relationships>
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8.xml"/></Relationships>

</file>

<file path=ppt/slides/_rels/slide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9.xml"/></Relationships>

</file>

<file path=ppt/slides/_rels/slide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0.xml"/></Relationships>

</file>

<file path=ppt/slides/_rels/slide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1.xml"/></Relationships>

</file>

<file path=ppt/slides/_rels/slide4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2.xml"/></Relationships>

</file>

<file path=ppt/slides/_rels/slide4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3.xml"/></Relationships>

</file>

<file path=ppt/slides/_rels/slide4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4.xml"/></Relationships>

</file>

<file path=ppt/slides/_rels/slide4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5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5.xml"/></Relationships>

</file>

<file path=ppt/slides/_rels/slide5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5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6.xml"/></Relationships>

</file>

<file path=ppt/slides/_rels/slide5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5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7.xml"/></Relationships>

</file>

<file path=ppt/slides/_rels/slide5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5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8.xml"/></Relationships>

</file>

<file path=ppt/slides/_rels/slide5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5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9.xml"/></Relationships>

</file>

<file path=ppt/slides/_rels/slide5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6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30.xml"/></Relationships>

</file>

<file path=ppt/slides/_rels/slide6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6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31.xml"/></Relationships>

</file>

<file path=ppt/slides/_rels/slide6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6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32.xml"/></Relationships>

</file>

<file path=ppt/slides/_rels/slide6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6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33.xml"/></Relationships>

</file>

<file path=ppt/slides/_rels/slide6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6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34.xml"/></Relationships>

</file>

<file path=ppt/slides/_rels/slide6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7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35.xml"/></Relationships>

</file>

<file path=ppt/slides/_rels/slide7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7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36.xml"/></Relationships>

</file>

<file path=ppt/slides/_rels/slide7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7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37.xml"/></Relationships>

</file>

<file path=ppt/slides/_rels/slide7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7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38.xml"/></Relationships>

</file>

<file path=ppt/slides/_rels/slide7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7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39.xml"/></Relationships>

</file>

<file path=ppt/slides/_rels/slide7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8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40.xml"/></Relationships>

</file>

<file path=ppt/slides/_rels/slide8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8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41.xml"/></Relationships>

</file>

<file path=ppt/slides/_rels/slide8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8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42.xml"/></Relationships>

</file>

<file path=ppt/slides/_rels/slide8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8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43.xml"/></Relationships>

</file>

<file path=ppt/slides/_rels/slide8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8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44.xml"/></Relationships>

</file>

<file path=ppt/slides/_rels/slide8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9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45.xml"/></Relationships>

</file>

<file path=ppt/slides/_rels/slide9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9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46.xml"/></Relationships>

</file>

<file path=ppt/slides/_rels/slide9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9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47.xml"/></Relationships>

</file>

<file path=ppt/slides/_rels/slide9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9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48.xml"/></Relationships>

</file>

<file path=ppt/slides/_rels/slide9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9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49.xml"/></Relationships>

</file>

<file path=ppt/slides/_rels/slide9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0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50.xml"/></Relationships>

</file>

<file path=ppt/slides/_rels/slide10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0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51.xml"/></Relationships>

</file>

<file path=ppt/slides/_rels/slide10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0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52.xml"/></Relationships>

</file>

<file path=ppt/slides/_rels/slide10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0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53.xml"/></Relationships>

</file>

<file path=ppt/slides/_rels/slide10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0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54.xml"/></Relationships>

</file>

<file path=ppt/slides/_rels/slide10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55.xml"/></Relationships>

</file>

<file path=ppt/slides/_rels/slide1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56.xml"/></Relationships>

</file>

<file path=ppt/slides/_rels/slide1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57.xml"/></Relationships>

</file>

<file path=ppt/slides/_rels/slide1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58.xml"/></Relationships>

</file>

<file path=ppt/slides/_rels/slide1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59.xml"/></Relationships>

</file>

<file path=ppt/slides/_rels/slide1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60.xml"/></Relationships>

</file>

<file path=ppt/slides/_rels/slide1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61.xml"/></Relationships>

</file>

<file path=ppt/slides/_rels/slide1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62.xml"/></Relationships>

</file>

<file path=ppt/slides/_rels/slide1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63.xml"/></Relationships>

</file>

<file path=ppt/slides/_rels/slide1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64.xml"/></Relationships>

</file>

<file path=ppt/slides/_rels/slide1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65.xml"/></Relationships>

</file>

<file path=ppt/slides/_rels/slide1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66.xml"/></Relationships>

</file>

<file path=ppt/slides/_rels/slide1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67.xml"/></Relationships>

</file>

<file path=ppt/slides/_rels/slide1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68.xml"/></Relationships>

</file>

<file path=ppt/slides/_rels/slide1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69.xml"/></Relationships>

</file>

<file path=ppt/slides/_rels/slide1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70.xml"/></Relationships>

</file>

<file path=ppt/slides/_rels/slide1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4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71.xml"/></Relationships>

</file>

<file path=ppt/slides/_rels/slide14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4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72.xml"/></Relationships>

</file>

<file path=ppt/slides/_rels/slide14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4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73.xml"/></Relationships>

</file>

<file path=ppt/slides/_rels/slide14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4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74.xml"/></Relationships>

</file>

<file path=ppt/slides/_rels/slide14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5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75.xml"/></Relationships>

</file>

<file path=ppt/slides/_rels/slide15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5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76.xml"/></Relationships>

</file>

<file path=ppt/slides/_rels/slide15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5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77.xml"/></Relationships>

</file>

<file path=ppt/slides/_rels/slide15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5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78.xml"/></Relationships>

</file>

<file path=ppt/slides/_rels/slide15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5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79.xml"/></Relationships>

</file>

<file path=ppt/slides/_rels/slide15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6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80.xml"/></Relationships>

</file>

<file path=ppt/slides/_rels/slide16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6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81.xml"/></Relationships>

</file>

<file path=ppt/slides/_rels/slide16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6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82.xml"/></Relationships>

</file>

<file path=ppt/slides/_rels/slide16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6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83.xml"/></Relationships>

</file>

<file path=ppt/slides/_rels/slide16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6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84.xml"/></Relationships>

</file>

<file path=ppt/slides/_rels/slide16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7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85.xml"/></Relationships>

</file>

<file path=ppt/slides/_rels/slide17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7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86.xml"/></Relationships>

</file>

<file path=ppt/slides/_rels/slide17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7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87.xml"/></Relationships>

</file>

<file path=ppt/slides/_rels/slide17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7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88.xml"/></Relationships>

</file>

<file path=ppt/slides/_rels/slide17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7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89.xml"/></Relationships>

</file>

<file path=ppt/slides/_rels/slide17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8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90.xml"/></Relationships>

</file>

<file path=ppt/slides/_rels/slide18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8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91.xml"/></Relationships>

</file>

<file path=ppt/slides/_rels/slide18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8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92.xml"/></Relationships>

</file>

<file path=ppt/slides/_rels/slide18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8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93.xml"/></Relationships>

</file>

<file path=ppt/slides/_rels/slide18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8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94.xml"/></Relationships>

</file>

<file path=ppt/slides/_rels/slide18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9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95.xml"/></Relationships>

</file>

<file path=ppt/slides/_rels/slide19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9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96.xml"/></Relationships>

</file>

<file path=ppt/slides/_rels/slide19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9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97.xml"/></Relationships>

</file>

<file path=ppt/slides/_rels/slide19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9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98.xml"/></Relationships>

</file>

<file path=ppt/slides/_rels/slide19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9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99.xml"/></Relationships>

</file>

<file path=ppt/slides/_rels/slide19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0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00.xml"/></Relationships>

</file>

<file path=ppt/slides/_rels/slide20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0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01.xml"/></Relationships>

</file>

<file path=ppt/slides/_rels/slide20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0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02.xml"/></Relationships>

</file>

<file path=ppt/slides/_rels/slide20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0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03.xml"/></Relationships>

</file>

<file path=ppt/slides/_rels/slide20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0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04.xml"/></Relationships>

</file>

<file path=ppt/slides/_rels/slide20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05.xml"/></Relationships>

</file>

<file path=ppt/slides/_rels/slide2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06.xml"/></Relationships>

</file>

<file path=ppt/slides/_rels/slide2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07.xml"/></Relationships>

</file>

<file path=ppt/slides/_rels/slide2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08.xml"/></Relationships>

</file>

<file path=ppt/slides/_rels/slide2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09.xml"/></Relationships>

</file>

<file path=ppt/slides/_rels/slide2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10.xml"/></Relationships>

</file>

<file path=ppt/slides/_rels/slide2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11.xml"/></Relationships>

</file>

<file path=ppt/slides/_rels/slide2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12.xml"/></Relationships>

</file>

<file path=ppt/slides/_rels/slide2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13.xml"/></Relationships>

</file>

<file path=ppt/slides/_rels/slide2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14.xml"/></Relationships>

</file>

<file path=ppt/slides/_rels/slide2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15.xml"/></Relationships>

</file>

<file path=ppt/slides/_rels/slide2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16.xml"/></Relationships>

</file>

<file path=ppt/slides/_rels/slide2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17.xml"/></Relationships>

</file>

<file path=ppt/slides/_rels/slide2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18.xml"/></Relationships>

</file>

<file path=ppt/slides/_rels/slide2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19.xml"/></Relationships>

</file>

<file path=ppt/slides/_rels/slide2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20.xml"/></Relationships>

</file>

<file path=ppt/slides/_rels/slide2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4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21.xml"/></Relationships>

</file>

<file path=ppt/slides/_rels/slide24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4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22.xml"/></Relationships>

</file>

<file path=ppt/slides/_rels/slide24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4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23.xml"/></Relationships>

</file>

<file path=ppt/slides/_rels/slide24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4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24.xml"/></Relationships>

</file>

<file path=ppt/slides/_rels/slide24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5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25.xml"/></Relationships>

</file>

<file path=ppt/slides/_rels/slide25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5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26.xml"/></Relationships>

</file>

<file path=ppt/slides/_rels/slide25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5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27.xml"/></Relationships>

</file>

<file path=ppt/slides/_rels/slide25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5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28.xml"/></Relationships>

</file>

<file path=ppt/slides/_rels/slide25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5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29.xml"/></Relationships>

</file>

<file path=ppt/slides/_rels/slide25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6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30.xml"/></Relationships>

</file>

<file path=ppt/slides/_rels/slide26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6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31.xml"/></Relationships>

</file>

<file path=ppt/slides/_rels/slide26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6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32.xml"/></Relationships>

</file>

<file path=ppt/slides/_rels/slide26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6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33.xml"/></Relationships>

</file>

<file path=ppt/slides/_rels/slide26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6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34.xml"/></Relationships>

</file>

<file path=ppt/slides/_rels/slide26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7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35.xml"/></Relationships>

</file>

<file path=ppt/slides/_rels/slide27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7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36.xml"/></Relationships>

</file>

<file path=ppt/slides/_rels/slide27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7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37.xml"/></Relationships>

</file>

<file path=ppt/slides/_rels/slide27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7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38.xml"/></Relationships>

</file>

<file path=ppt/slides/_rels/slide27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7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39.xml"/></Relationships>

</file>

<file path=ppt/slides/_rels/slide27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8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40.xml"/></Relationships>

</file>

<file path=ppt/slides/_rels/slide28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8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41.xml"/></Relationships>

</file>

<file path=ppt/slides/_rels/slide28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8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42.xml"/></Relationships>

</file>

<file path=ppt/slides/_rels/slide28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8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43.xml"/></Relationships>

</file>

<file path=ppt/slides/_rels/slide28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8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44.xml"/></Relationships>

</file>

<file path=ppt/slides/_rels/slide28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9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45.xml"/></Relationships>

</file>

<file path=ppt/slides/_rels/slide29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9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46.xml"/></Relationships>

</file>

<file path=ppt/slides/_rels/slide29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9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47.xml"/></Relationships>

</file>

<file path=ppt/slides/_rels/slide29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9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48.xml"/></Relationships>

</file>

<file path=ppt/slides/_rels/slide29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9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49.xml"/></Relationships>

</file>

<file path=ppt/slides/_rels/slide29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0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50.xml"/></Relationships>

</file>

<file path=ppt/slides/_rels/slide30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0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51.xml"/></Relationships>

</file>

<file path=ppt/slides/_rels/slide30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0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52.xml"/></Relationships>

</file>

<file path=ppt/slides/_rels/slide30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0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53.xml"/></Relationships>

</file>

<file path=ppt/slides/_rels/slide30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0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54.xml"/></Relationships>

</file>

<file path=ppt/slides/_rels/slide30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55.xml"/></Relationships>

</file>

<file path=ppt/slides/_rels/slide3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56.xml"/></Relationships>

</file>

<file path=ppt/slides/_rels/slide3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57.xml"/></Relationships>

</file>

<file path=ppt/slides/_rels/slide3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58.xml"/></Relationships>

</file>

<file path=ppt/slides/_rels/slide3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59.xml"/></Relationships>

</file>

<file path=ppt/slides/_rels/slide3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60.xml"/></Relationships>

</file>

<file path=ppt/slides/_rels/slide3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61.xml"/></Relationships>

</file>

<file path=ppt/slides/_rels/slide3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62.xml"/></Relationships>

</file>

<file path=ppt/slides/_rels/slide3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63.xml"/></Relationships>

</file>

<file path=ppt/slides/_rels/slide3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64.xml"/></Relationships>

</file>

<file path=ppt/slides/_rels/slide3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65.xml"/></Relationships>

</file>

<file path=ppt/slides/_rels/slide3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66.xml"/></Relationships>

</file>

<file path=ppt/slides/_rels/slide3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67.xml"/></Relationships>

</file>

<file path=ppt/slides/_rels/slide3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68.xml"/></Relationships>

</file>

<file path=ppt/slides/_rels/slide3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69.xml"/></Relationships>

</file>

<file path=ppt/slides/_rels/slide3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70.xml"/></Relationships>

</file>

<file path=ppt/slides/_rels/slide3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4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71.xml"/></Relationships>

</file>

<file path=ppt/slides/_rels/slide34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4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72.xml"/></Relationships>

</file>

<file path=ppt/slides/_rels/slide34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4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73.xml"/></Relationships>

</file>

<file path=ppt/slides/_rels/slide34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4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74.xml"/></Relationships>

</file>

<file path=ppt/slides/_rels/slide34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5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75.xml"/></Relationships>

</file>

<file path=ppt/slides/_rels/slide35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5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76.xml"/></Relationships>

</file>

<file path=ppt/slides/_rels/slide35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5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77.xml"/></Relationships>

</file>

<file path=ppt/slides/_rels/slide35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5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78.xml"/></Relationships>

</file>

<file path=ppt/slides/_rels/slide35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5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79.xml"/></Relationships>

</file>

<file path=ppt/slides/_rels/slide35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6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80.xml"/></Relationships>

</file>

<file path=ppt/slides/_rels/slide36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6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81.xml"/></Relationships>

</file>

<file path=ppt/slides/_rels/slide36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6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82.xml"/></Relationships>

</file>

<file path=ppt/slides/_rels/slide36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6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83.xml"/></Relationships>

</file>

<file path=ppt/slides/_rels/slide36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6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84.xml"/></Relationships>

</file>

<file path=ppt/slides/_rels/slide36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7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85.xml"/></Relationships>

</file>

<file path=ppt/slides/_rels/slide37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7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86.xml"/></Relationships>

</file>

<file path=ppt/slides/_rels/slide37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7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87.xml"/></Relationships>

</file>

<file path=ppt/slides/_rels/slide37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7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88.xml"/></Relationships>

</file>

<file path=ppt/slides/_rels/slide37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7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89.xml"/></Relationships>

</file>

<file path=ppt/slides/_rels/slide37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8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90.xml"/></Relationships>

</file>

<file path=ppt/slides/_rels/slide38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8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91.xml"/></Relationships>

</file>

<file path=ppt/slides/_rels/slide38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8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92.xml"/></Relationships>

</file>

<file path=ppt/slides/_rels/slide38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8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93.xml"/></Relationships>

</file>

<file path=ppt/slides/_rels/slide38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8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94.xml"/></Relationships>

</file>

<file path=ppt/slides/_rels/slide38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9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95.xml"/></Relationships>

</file>

<file path=ppt/slides/_rels/slide39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9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96.xml"/></Relationships>

</file>

<file path=ppt/slides/_rels/slide39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9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97.xml"/></Relationships>

</file>

<file path=ppt/slides/_rels/slide39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9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98.xml"/></Relationships>

</file>

<file path=ppt/slides/_rels/slide39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9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99.xml"/></Relationships>

</file>

<file path=ppt/slides/_rels/slide39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0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00.xml"/></Relationships>

</file>

<file path=ppt/slides/_rels/slide40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0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01.xml"/></Relationships>

</file>

<file path=ppt/slides/_rels/slide40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0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02.xml"/></Relationships>

</file>

<file path=ppt/slides/_rels/slide40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0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03.xml"/></Relationships>

</file>

<file path=ppt/slides/_rels/slide40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0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04.xml"/></Relationships>

</file>

<file path=ppt/slides/_rels/slide40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05.xml"/></Relationships>

</file>

<file path=ppt/slides/_rels/slide4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06.xml"/></Relationships>

</file>

<file path=ppt/slides/_rels/slide4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07.xml"/></Relationships>

</file>

<file path=ppt/slides/_rels/slide4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08.xml"/></Relationships>

</file>

<file path=ppt/slides/_rels/slide4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09.xml"/></Relationships>

</file>

<file path=ppt/slides/_rels/slide4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10.xml"/></Relationships>

</file>

<file path=ppt/slides/_rels/slide4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11.xml"/></Relationships>

</file>

<file path=ppt/slides/_rels/slide4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12.xml"/></Relationships>

</file>

<file path=ppt/slides/_rels/slide4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13.xml"/></Relationships>

</file>

<file path=ppt/slides/_rels/slide4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14.xml"/></Relationships>

</file>

<file path=ppt/slides/_rels/slide4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15.xml"/></Relationships>

</file>

<file path=ppt/slides/_rels/slide4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16.xml"/></Relationships>

</file>

<file path=ppt/slides/_rels/slide4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17.xml"/></Relationships>

</file>

<file path=ppt/slides/_rels/slide4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18.xml"/></Relationships>

</file>

<file path=ppt/slides/_rels/slide4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19.xml"/></Relationships>

</file>

<file path=ppt/slides/_rels/slide4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20.xml"/></Relationships>

</file>

<file path=ppt/slides/_rels/slide4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4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21.xml"/></Relationships>

</file>

<file path=ppt/slides/_rels/slide44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4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22.xml"/></Relationships>

</file>

<file path=ppt/slides/_rels/slide44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4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23.xml"/></Relationships>

</file>

<file path=ppt/slides/_rels/slide44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4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24.xml"/></Relationships>

</file>

<file path=ppt/slides/_rels/slide44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5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25.xml"/></Relationships>

</file>

<file path=ppt/slides/_rels/slide45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5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26.xml"/></Relationships>

</file>

<file path=ppt/slides/_rels/slide45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5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27.xml"/></Relationships>

</file>

<file path=ppt/slides/_rels/slide45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5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28.xml"/></Relationships>

</file>

<file path=ppt/slides/_rels/slide45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5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29.xml"/></Relationships>

</file>

<file path=ppt/slides/_rels/slide45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6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30.xml"/></Relationships>

</file>

<file path=ppt/slides/_rels/slide46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6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31.xml"/></Relationships>

</file>

<file path=ppt/slides/_rels/slide46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6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32.xml"/></Relationships>

</file>

<file path=ppt/slides/_rels/slide46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6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33.xml"/></Relationships>

</file>

<file path=ppt/slides/_rels/slide46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6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34.xml"/></Relationships>

</file>

<file path=ppt/slides/_rels/slide46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7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35.xml"/></Relationships>

</file>

<file path=ppt/slides/_rels/slide47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7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36.xml"/></Relationships>

</file>

<file path=ppt/slides/_rels/slide47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7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37.xml"/></Relationships>

</file>

<file path=ppt/slides/_rels/slide47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7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38.xml"/></Relationships>

</file>

<file path=ppt/slides/_rels/slide47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7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39.xml"/></Relationships>

</file>

<file path=ppt/slides/_rels/slide47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8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40.xml"/></Relationships>

</file>

<file path=ppt/slides/_rels/slide48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8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41.xml"/></Relationships>

</file>

<file path=ppt/slides/_rels/slide48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8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42.xml"/></Relationships>

</file>

<file path=ppt/slides/_rels/slide48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8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43.xml"/></Relationships>

</file>

<file path=ppt/slides/_rels/slide48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8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44.xml"/></Relationships>

</file>

<file path=ppt/slides/_rels/slide48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9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45.xml"/></Relationships>

</file>

<file path=ppt/slides/_rels/slide49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9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46.xml"/></Relationships>

</file>

<file path=ppt/slides/_rels/slide49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9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47.xml"/></Relationships>

</file>

<file path=ppt/slides/_rels/slide49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9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48.xml"/></Relationships>

</file>

<file path=ppt/slides/_rels/slide49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9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49.xml"/></Relationships>

</file>

<file path=ppt/slides/_rels/slide49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50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50.xml"/></Relationships>

</file>

<file path=ppt/slides/_rels/slide50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50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51.xml"/></Relationships>

</file>

<file path=ppt/slides/_rels/slide50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50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52.xml"/></Relationships>

</file>

<file path=ppt/slides/_rels/slide50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50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53.xml"/></Relationships>

</file>

<file path=ppt/slides/_rels/slide50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50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54.xml"/></Relationships>

</file>

<file path=ppt/slides/_rels/slide50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5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55.xml"/></Relationships>

</file>

<file path=ppt/slides/_rels/slide5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5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56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1">
            <a:lumOff val="16847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hello keynote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b="0" spc="0" sz="150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hello keynote</a:t>
            </a:r>
          </a:p>
        </p:txBody>
      </p:sp>
      <p:sp>
        <p:nvSpPr>
          <p:cNvPr id="172" name="first bullet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>
            <a:lvl1pPr marL="482600" indent="-482600">
              <a:buSzPct val="123000"/>
              <a:buChar char="•"/>
            </a:lvl1pPr>
          </a:lstStyle>
          <a:p>
            <a:pPr/>
            <a:r>
              <a:t>first bullet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5">
            <a:hueOff val="-152895"/>
            <a:lumOff val="12368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wrapped title keeps all of its lines in this fixed frame"/>
          <p:cNvSpPr txBox="1"/>
          <p:nvPr>
            <p:ph type="title" idx="4294967295"/>
          </p:nvPr>
        </p:nvSpPr>
        <p:spPr>
          <a:xfrm>
            <a:off x="698500" y="1854200"/>
            <a:ext cx="11609057" cy="3302000"/>
          </a:xfrm>
          <a:prstGeom prst="rect">
            <a:avLst/>
          </a:prstGeom>
        </p:spPr>
        <p:txBody>
          <a:bodyPr anchor="b"/>
          <a:lstStyle>
            <a:lvl1pPr defTabSz="256031">
              <a:lnSpc>
                <a:spcPct val="100000"/>
              </a:lnSpc>
              <a:defRPr b="0" spc="0" sz="84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wrapped title keeps all of its lines in this fixed frame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1">
            <a:lumOff val="16847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hello keynote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b="0" spc="0" sz="150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hello keynote</a:t>
            </a:r>
          </a:p>
        </p:txBody>
      </p:sp>
      <p:sp>
        <p:nvSpPr>
          <p:cNvPr id="179" name="first bullet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>
            <a:lvl1pPr marL="482600" indent="-482600">
              <a:buSzPct val="123000"/>
              <a:buChar char="•"/>
            </a:lvl1pPr>
          </a:lstStyle>
          <a:p>
            <a:pPr/>
            <a:r>
              <a:t>first bullet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5">
            <a:hueOff val="-152895"/>
            <a:lumOff val="12368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wrapped title keeps all of its lines in this fixed frame"/>
          <p:cNvSpPr txBox="1"/>
          <p:nvPr>
            <p:ph type="title" idx="4294967295"/>
          </p:nvPr>
        </p:nvSpPr>
        <p:spPr>
          <a:xfrm>
            <a:off x="698500" y="1854200"/>
            <a:ext cx="11609057" cy="3302000"/>
          </a:xfrm>
          <a:prstGeom prst="rect">
            <a:avLst/>
          </a:prstGeom>
        </p:spPr>
        <p:txBody>
          <a:bodyPr anchor="b"/>
          <a:lstStyle>
            <a:lvl1pPr defTabSz="256031">
              <a:lnSpc>
                <a:spcPct val="100000"/>
              </a:lnSpc>
              <a:defRPr b="0" spc="0" sz="84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wrapped title keeps all of its lines in this fixed frame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1">
            <a:lumOff val="16847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hello keynote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b="0" spc="0" sz="150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hello keynote</a:t>
            </a:r>
          </a:p>
        </p:txBody>
      </p:sp>
      <p:sp>
        <p:nvSpPr>
          <p:cNvPr id="186" name="first bullet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>
            <a:lvl1pPr marL="482600" indent="-482600">
              <a:buSzPct val="123000"/>
              <a:buChar char="•"/>
            </a:lvl1pPr>
          </a:lstStyle>
          <a:p>
            <a:pPr/>
            <a:r>
              <a:t>first bullet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5">
            <a:hueOff val="-152895"/>
            <a:lumOff val="12368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wrapped title keeps all of its lines in this fixed frame"/>
          <p:cNvSpPr txBox="1"/>
          <p:nvPr>
            <p:ph type="title" idx="4294967295"/>
          </p:nvPr>
        </p:nvSpPr>
        <p:spPr>
          <a:xfrm>
            <a:off x="698500" y="1854200"/>
            <a:ext cx="11609057" cy="3302000"/>
          </a:xfrm>
          <a:prstGeom prst="rect">
            <a:avLst/>
          </a:prstGeom>
        </p:spPr>
        <p:txBody>
          <a:bodyPr anchor="b"/>
          <a:lstStyle>
            <a:lvl1pPr defTabSz="256031">
              <a:lnSpc>
                <a:spcPct val="100000"/>
              </a:lnSpc>
              <a:defRPr b="0" spc="0" sz="84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wrapped title keeps all of its lines in this fixed frame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1">
            <a:lumOff val="16847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hello keynote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b="0" spc="0" sz="150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hello keynote</a:t>
            </a:r>
          </a:p>
        </p:txBody>
      </p:sp>
      <p:sp>
        <p:nvSpPr>
          <p:cNvPr id="193" name="first bullet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>
            <a:lvl1pPr marL="482600" indent="-482600">
              <a:buSzPct val="123000"/>
              <a:buChar char="•"/>
            </a:lvl1pPr>
          </a:lstStyle>
          <a:p>
            <a:pPr/>
            <a:r>
              <a:t>first bullet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5">
            <a:hueOff val="-152895"/>
            <a:lumOff val="12368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wrapped title keeps all of its lines in this fixed frame"/>
          <p:cNvSpPr txBox="1"/>
          <p:nvPr>
            <p:ph type="title" idx="4294967295"/>
          </p:nvPr>
        </p:nvSpPr>
        <p:spPr>
          <a:xfrm>
            <a:off x="698500" y="1854200"/>
            <a:ext cx="11609057" cy="3302000"/>
          </a:xfrm>
          <a:prstGeom prst="rect">
            <a:avLst/>
          </a:prstGeom>
        </p:spPr>
        <p:txBody>
          <a:bodyPr anchor="b"/>
          <a:lstStyle>
            <a:lvl1pPr defTabSz="256031">
              <a:lnSpc>
                <a:spcPct val="100000"/>
              </a:lnSpc>
              <a:defRPr b="0" spc="0" sz="84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wrapped title keeps all of its lines in this fixed frame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1">
            <a:lumOff val="16847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hello keynote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b="0" spc="0" sz="150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hello keynote</a:t>
            </a:r>
          </a:p>
        </p:txBody>
      </p:sp>
      <p:sp>
        <p:nvSpPr>
          <p:cNvPr id="200" name="first bullet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>
            <a:lvl1pPr marL="482600" indent="-482600">
              <a:buSzPct val="123000"/>
              <a:buChar char="•"/>
            </a:lvl1pPr>
          </a:lstStyle>
          <a:p>
            <a:pPr/>
            <a:r>
              <a:t>first bullet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5">
            <a:hueOff val="-152895"/>
            <a:lumOff val="12368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wrapped title keeps all of its lines in this fixed frame"/>
          <p:cNvSpPr txBox="1"/>
          <p:nvPr>
            <p:ph type="title" idx="4294967295"/>
          </p:nvPr>
        </p:nvSpPr>
        <p:spPr>
          <a:xfrm>
            <a:off x="698500" y="1854200"/>
            <a:ext cx="11609057" cy="3302000"/>
          </a:xfrm>
          <a:prstGeom prst="rect">
            <a:avLst/>
          </a:prstGeom>
        </p:spPr>
        <p:txBody>
          <a:bodyPr anchor="b"/>
          <a:lstStyle>
            <a:lvl1pPr defTabSz="256031">
              <a:lnSpc>
                <a:spcPct val="100000"/>
              </a:lnSpc>
              <a:defRPr b="0" spc="0" sz="84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wrapped title keeps all of its lines in this fixed frame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1">
            <a:lumOff val="16847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hello keynote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b="0" spc="0" sz="150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hello keynote</a:t>
            </a:r>
          </a:p>
        </p:txBody>
      </p:sp>
      <p:sp>
        <p:nvSpPr>
          <p:cNvPr id="207" name="first bullet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>
            <a:lvl1pPr marL="482600" indent="-482600">
              <a:buSzPct val="123000"/>
              <a:buChar char="•"/>
            </a:lvl1pPr>
          </a:lstStyle>
          <a:p>
            <a:pPr/>
            <a:r>
              <a:t>first bullet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5">
            <a:hueOff val="-152895"/>
            <a:lumOff val="12368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wrapped title keeps all of its lines in this fixed frame"/>
          <p:cNvSpPr txBox="1"/>
          <p:nvPr>
            <p:ph type="title" idx="4294967295"/>
          </p:nvPr>
        </p:nvSpPr>
        <p:spPr>
          <a:xfrm>
            <a:off x="698500" y="1854200"/>
            <a:ext cx="11609057" cy="3302000"/>
          </a:xfrm>
          <a:prstGeom prst="rect">
            <a:avLst/>
          </a:prstGeom>
        </p:spPr>
        <p:txBody>
          <a:bodyPr anchor="b"/>
          <a:lstStyle>
            <a:lvl1pPr defTabSz="256031">
              <a:lnSpc>
                <a:spcPct val="100000"/>
              </a:lnSpc>
              <a:defRPr b="0" spc="0" sz="84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wrapped title keeps all of its lines in this fixed frame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1">
            <a:lumOff val="16847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hello keynote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b="0" spc="0" sz="150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hello keynote</a:t>
            </a:r>
          </a:p>
        </p:txBody>
      </p:sp>
      <p:sp>
        <p:nvSpPr>
          <p:cNvPr id="214" name="first bullet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>
            <a:lvl1pPr marL="482600" indent="-482600">
              <a:buSzPct val="123000"/>
              <a:buChar char="•"/>
            </a:lvl1pPr>
          </a:lstStyle>
          <a:p>
            <a:pPr/>
            <a:r>
              <a:t>first bullet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5">
            <a:hueOff val="-152895"/>
            <a:lumOff val="12368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wrapped title keeps all of its lines in this fixed frame"/>
          <p:cNvSpPr txBox="1"/>
          <p:nvPr>
            <p:ph type="title" idx="4294967295"/>
          </p:nvPr>
        </p:nvSpPr>
        <p:spPr>
          <a:xfrm>
            <a:off x="698500" y="1854200"/>
            <a:ext cx="11609057" cy="3302000"/>
          </a:xfrm>
          <a:prstGeom prst="rect">
            <a:avLst/>
          </a:prstGeom>
        </p:spPr>
        <p:txBody>
          <a:bodyPr anchor="b"/>
          <a:lstStyle>
            <a:lvl1pPr defTabSz="256031">
              <a:lnSpc>
                <a:spcPct val="100000"/>
              </a:lnSpc>
              <a:defRPr b="0" spc="0" sz="84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wrapped title keeps all of its lines in this fixed frame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1">
            <a:lumOff val="16847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hello keynote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b="0" spc="0" sz="150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hello keynote</a:t>
            </a:r>
          </a:p>
        </p:txBody>
      </p:sp>
      <p:sp>
        <p:nvSpPr>
          <p:cNvPr id="221" name="first bullet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>
            <a:lvl1pPr marL="482600" indent="-482600">
              <a:buSzPct val="123000"/>
              <a:buChar char="•"/>
            </a:lvl1pPr>
          </a:lstStyle>
          <a:p>
            <a:pPr/>
            <a:r>
              <a:t>first bullet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5">
            <a:hueOff val="-152895"/>
            <a:lumOff val="12368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wrapped title keeps all of its lines in this fixed frame"/>
          <p:cNvSpPr txBox="1"/>
          <p:nvPr>
            <p:ph type="title" idx="4294967295"/>
          </p:nvPr>
        </p:nvSpPr>
        <p:spPr>
          <a:xfrm>
            <a:off x="698500" y="1854200"/>
            <a:ext cx="11609057" cy="3302000"/>
          </a:xfrm>
          <a:prstGeom prst="rect">
            <a:avLst/>
          </a:prstGeom>
        </p:spPr>
        <p:txBody>
          <a:bodyPr anchor="b"/>
          <a:lstStyle>
            <a:lvl1pPr defTabSz="256031">
              <a:lnSpc>
                <a:spcPct val="100000"/>
              </a:lnSpc>
              <a:defRPr b="0" spc="0" sz="84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wrapped title keeps all of its lines in this fixed frame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1">
            <a:lumOff val="16847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hello keynote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b="0" spc="0" sz="150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hello keynote</a:t>
            </a:r>
          </a:p>
        </p:txBody>
      </p:sp>
      <p:sp>
        <p:nvSpPr>
          <p:cNvPr id="228" name="first bullet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>
            <a:lvl1pPr marL="482600" indent="-482600">
              <a:buSzPct val="123000"/>
              <a:buChar char="•"/>
            </a:lvl1pPr>
          </a:lstStyle>
          <a:p>
            <a:pPr/>
            <a:r>
              <a:t>first bullet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5">
            <a:hueOff val="-152895"/>
            <a:lumOff val="12368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wrapped title keeps all of its lines in this fixed frame"/>
          <p:cNvSpPr txBox="1"/>
          <p:nvPr>
            <p:ph type="title" idx="4294967295"/>
          </p:nvPr>
        </p:nvSpPr>
        <p:spPr>
          <a:xfrm>
            <a:off x="698500" y="1854200"/>
            <a:ext cx="11609057" cy="3302000"/>
          </a:xfrm>
          <a:prstGeom prst="rect">
            <a:avLst/>
          </a:prstGeom>
        </p:spPr>
        <p:txBody>
          <a:bodyPr anchor="b"/>
          <a:lstStyle>
            <a:lvl1pPr defTabSz="256031">
              <a:lnSpc>
                <a:spcPct val="100000"/>
              </a:lnSpc>
              <a:defRPr b="0" spc="0" sz="84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wrapped title keeps all of its lines in this fixed frame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1">
            <a:lumOff val="16847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hello keynote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b="0" spc="0" sz="150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hello keynote</a:t>
            </a:r>
          </a:p>
        </p:txBody>
      </p:sp>
      <p:sp>
        <p:nvSpPr>
          <p:cNvPr id="235" name="first bullet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>
            <a:lvl1pPr marL="482600" indent="-482600">
              <a:buSzPct val="123000"/>
              <a:buChar char="•"/>
            </a:lvl1pPr>
          </a:lstStyle>
          <a:p>
            <a:pPr/>
            <a:r>
              <a:t>first bullet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5">
            <a:hueOff val="-152895"/>
            <a:lumOff val="12368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wrapped title keeps all of its lines in this fixed frame"/>
          <p:cNvSpPr txBox="1"/>
          <p:nvPr>
            <p:ph type="title" idx="4294967295"/>
          </p:nvPr>
        </p:nvSpPr>
        <p:spPr>
          <a:xfrm>
            <a:off x="698500" y="1854200"/>
            <a:ext cx="11609057" cy="3302000"/>
          </a:xfrm>
          <a:prstGeom prst="rect">
            <a:avLst/>
          </a:prstGeom>
        </p:spPr>
        <p:txBody>
          <a:bodyPr anchor="b"/>
          <a:lstStyle>
            <a:lvl1pPr defTabSz="256031">
              <a:lnSpc>
                <a:spcPct val="100000"/>
              </a:lnSpc>
              <a:defRPr b="0" spc="0" sz="84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wrapped title keeps all of its lines in this fixed frame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1">
            <a:lumOff val="16847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hello keynote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b="0" spc="0" sz="150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hello keynote</a:t>
            </a:r>
          </a:p>
        </p:txBody>
      </p:sp>
      <p:sp>
        <p:nvSpPr>
          <p:cNvPr id="242" name="first bullet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>
            <a:lvl1pPr marL="482600" indent="-482600">
              <a:buSzPct val="123000"/>
              <a:buChar char="•"/>
            </a:lvl1pPr>
          </a:lstStyle>
          <a:p>
            <a:pPr/>
            <a:r>
              <a:t>first bullet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5">
            <a:hueOff val="-152895"/>
            <a:lumOff val="12368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wrapped title keeps all of its lines in this fixed frame"/>
          <p:cNvSpPr txBox="1"/>
          <p:nvPr>
            <p:ph type="title" idx="4294967295"/>
          </p:nvPr>
        </p:nvSpPr>
        <p:spPr>
          <a:xfrm>
            <a:off x="698500" y="1854200"/>
            <a:ext cx="11609057" cy="3302000"/>
          </a:xfrm>
          <a:prstGeom prst="rect">
            <a:avLst/>
          </a:prstGeom>
        </p:spPr>
        <p:txBody>
          <a:bodyPr anchor="b"/>
          <a:lstStyle>
            <a:lvl1pPr defTabSz="256031">
              <a:lnSpc>
                <a:spcPct val="100000"/>
              </a:lnSpc>
              <a:defRPr b="0" spc="0" sz="84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wrapped title keeps all of its lines in this fixed frame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1">
            <a:lumOff val="16847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hello keynote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b="0" spc="0" sz="150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hello keynote</a:t>
            </a:r>
          </a:p>
        </p:txBody>
      </p:sp>
      <p:sp>
        <p:nvSpPr>
          <p:cNvPr id="249" name="first bullet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>
            <a:lvl1pPr marL="482600" indent="-482600">
              <a:buSzPct val="123000"/>
              <a:buChar char="•"/>
            </a:lvl1pPr>
          </a:lstStyle>
          <a:p>
            <a:pPr/>
            <a:r>
              <a:t>first bullet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5">
            <a:hueOff val="-152895"/>
            <a:lumOff val="12368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wrapped title keeps all of its lines in this fixed frame"/>
          <p:cNvSpPr txBox="1"/>
          <p:nvPr>
            <p:ph type="title" idx="4294967295"/>
          </p:nvPr>
        </p:nvSpPr>
        <p:spPr>
          <a:xfrm>
            <a:off x="698500" y="1854200"/>
            <a:ext cx="11609057" cy="3302000"/>
          </a:xfrm>
          <a:prstGeom prst="rect">
            <a:avLst/>
          </a:prstGeom>
        </p:spPr>
        <p:txBody>
          <a:bodyPr anchor="b"/>
          <a:lstStyle>
            <a:lvl1pPr defTabSz="256031">
              <a:lnSpc>
                <a:spcPct val="100000"/>
              </a:lnSpc>
              <a:defRPr b="0" spc="0" sz="84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wrapped title keeps all of its lines in this fixed frame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1">
            <a:lumOff val="16847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hello keynote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b="0" spc="0" sz="150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hello keynote</a:t>
            </a:r>
          </a:p>
        </p:txBody>
      </p:sp>
      <p:sp>
        <p:nvSpPr>
          <p:cNvPr id="256" name="first bullet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>
            <a:lvl1pPr marL="482600" indent="-482600">
              <a:buSzPct val="123000"/>
              <a:buChar char="•"/>
            </a:lvl1pPr>
          </a:lstStyle>
          <a:p>
            <a:pPr/>
            <a:r>
              <a:t>first bullet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5">
            <a:hueOff val="-152895"/>
            <a:lumOff val="12368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wrapped title keeps all of its lines in this fixed frame"/>
          <p:cNvSpPr txBox="1"/>
          <p:nvPr>
            <p:ph type="title" idx="4294967295"/>
          </p:nvPr>
        </p:nvSpPr>
        <p:spPr>
          <a:xfrm>
            <a:off x="698500" y="1854200"/>
            <a:ext cx="11609057" cy="3302000"/>
          </a:xfrm>
          <a:prstGeom prst="rect">
            <a:avLst/>
          </a:prstGeom>
        </p:spPr>
        <p:txBody>
          <a:bodyPr anchor="b"/>
          <a:lstStyle>
            <a:lvl1pPr defTabSz="256031">
              <a:lnSpc>
                <a:spcPct val="100000"/>
              </a:lnSpc>
              <a:defRPr b="0" spc="0" sz="84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wrapped title keeps all of its lines in this fixed frame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1">
            <a:lumOff val="16847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hello keynote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b="0" spc="0" sz="150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hello keynote</a:t>
            </a:r>
          </a:p>
        </p:txBody>
      </p:sp>
      <p:sp>
        <p:nvSpPr>
          <p:cNvPr id="263" name="first bullet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>
            <a:lvl1pPr marL="482600" indent="-482600">
              <a:buSzPct val="123000"/>
              <a:buChar char="•"/>
            </a:lvl1pPr>
          </a:lstStyle>
          <a:p>
            <a:pPr/>
            <a:r>
              <a:t>first bullet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5">
            <a:hueOff val="-152895"/>
            <a:lumOff val="12368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wrapped title keeps all of its lines in this fixed frame"/>
          <p:cNvSpPr txBox="1"/>
          <p:nvPr>
            <p:ph type="title" idx="4294967295"/>
          </p:nvPr>
        </p:nvSpPr>
        <p:spPr>
          <a:xfrm>
            <a:off x="698500" y="1854200"/>
            <a:ext cx="11609057" cy="3302000"/>
          </a:xfrm>
          <a:prstGeom prst="rect">
            <a:avLst/>
          </a:prstGeom>
        </p:spPr>
        <p:txBody>
          <a:bodyPr anchor="b"/>
          <a:lstStyle>
            <a:lvl1pPr defTabSz="256031">
              <a:lnSpc>
                <a:spcPct val="100000"/>
              </a:lnSpc>
              <a:defRPr b="0" spc="0" sz="84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wrapped title keeps all of its lines in this fixed frame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1">
            <a:lumOff val="16847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hello keynote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b="0" spc="0" sz="150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hello keynote</a:t>
            </a:r>
          </a:p>
        </p:txBody>
      </p:sp>
      <p:sp>
        <p:nvSpPr>
          <p:cNvPr id="270" name="first bullet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>
            <a:lvl1pPr marL="482600" indent="-482600">
              <a:buSzPct val="123000"/>
              <a:buChar char="•"/>
            </a:lvl1pPr>
          </a:lstStyle>
          <a:p>
            <a:pPr/>
            <a:r>
              <a:t>first bullet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5">
            <a:hueOff val="-152895"/>
            <a:lumOff val="12368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wrapped title keeps all of its lines in this fixed frame"/>
          <p:cNvSpPr txBox="1"/>
          <p:nvPr>
            <p:ph type="title" idx="4294967295"/>
          </p:nvPr>
        </p:nvSpPr>
        <p:spPr>
          <a:xfrm>
            <a:off x="698500" y="1854200"/>
            <a:ext cx="11609057" cy="3302000"/>
          </a:xfrm>
          <a:prstGeom prst="rect">
            <a:avLst/>
          </a:prstGeom>
        </p:spPr>
        <p:txBody>
          <a:bodyPr anchor="b"/>
          <a:lstStyle>
            <a:lvl1pPr defTabSz="256031">
              <a:lnSpc>
                <a:spcPct val="100000"/>
              </a:lnSpc>
              <a:defRPr b="0" spc="0" sz="84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wrapped title keeps all of its lines in this fixed frame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1">
            <a:lumOff val="16847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hello keynote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b="0" spc="0" sz="150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hello keynote</a:t>
            </a:r>
          </a:p>
        </p:txBody>
      </p:sp>
      <p:sp>
        <p:nvSpPr>
          <p:cNvPr id="277" name="first bullet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>
            <a:lvl1pPr marL="482600" indent="-482600">
              <a:buSzPct val="123000"/>
              <a:buChar char="•"/>
            </a:lvl1pPr>
          </a:lstStyle>
          <a:p>
            <a:pPr/>
            <a:r>
              <a:t>first bullet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5">
            <a:hueOff val="-152895"/>
            <a:lumOff val="12368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wrapped title keeps all of its lines in this fixed frame"/>
          <p:cNvSpPr txBox="1"/>
          <p:nvPr>
            <p:ph type="title" idx="4294967295"/>
          </p:nvPr>
        </p:nvSpPr>
        <p:spPr>
          <a:xfrm>
            <a:off x="698500" y="1854200"/>
            <a:ext cx="11609057" cy="3302000"/>
          </a:xfrm>
          <a:prstGeom prst="rect">
            <a:avLst/>
          </a:prstGeom>
        </p:spPr>
        <p:txBody>
          <a:bodyPr anchor="b"/>
          <a:lstStyle>
            <a:lvl1pPr defTabSz="256031">
              <a:lnSpc>
                <a:spcPct val="100000"/>
              </a:lnSpc>
              <a:defRPr b="0" spc="0" sz="84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wrapped title keeps all of its lines in this fixed frame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1">
            <a:lumOff val="16847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hello keynote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b="0" spc="0" sz="150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hello keynote</a:t>
            </a:r>
          </a:p>
        </p:txBody>
      </p:sp>
      <p:sp>
        <p:nvSpPr>
          <p:cNvPr id="284" name="first bullet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>
            <a:lvl1pPr marL="482600" indent="-482600">
              <a:buSzPct val="123000"/>
              <a:buChar char="•"/>
            </a:lvl1pPr>
          </a:lstStyle>
          <a:p>
            <a:pPr/>
            <a:r>
              <a:t>first bullet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5">
            <a:hueOff val="-152895"/>
            <a:lumOff val="12368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wrapped title keeps all of its lines in this fixed frame"/>
          <p:cNvSpPr txBox="1"/>
          <p:nvPr>
            <p:ph type="title" idx="4294967295"/>
          </p:nvPr>
        </p:nvSpPr>
        <p:spPr>
          <a:xfrm>
            <a:off x="698500" y="1854200"/>
            <a:ext cx="11609057" cy="3302000"/>
          </a:xfrm>
          <a:prstGeom prst="rect">
            <a:avLst/>
          </a:prstGeom>
        </p:spPr>
        <p:txBody>
          <a:bodyPr anchor="b"/>
          <a:lstStyle>
            <a:lvl1pPr defTabSz="256031">
              <a:lnSpc>
                <a:spcPct val="100000"/>
              </a:lnSpc>
              <a:defRPr b="0" spc="0" sz="84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wrapped title keeps all of its lines in this fixed frame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1">
            <a:lumOff val="16847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hello keynote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b="0" spc="0" sz="150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hello keynote</a:t>
            </a:r>
          </a:p>
        </p:txBody>
      </p:sp>
      <p:sp>
        <p:nvSpPr>
          <p:cNvPr id="291" name="first bullet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>
            <a:lvl1pPr marL="482600" indent="-482600">
              <a:buSzPct val="123000"/>
              <a:buChar char="•"/>
            </a:lvl1pPr>
          </a:lstStyle>
          <a:p>
            <a:pPr/>
            <a:r>
              <a:t>first bullet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5">
            <a:hueOff val="-152895"/>
            <a:lumOff val="12368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wrapped title keeps all of its lines in this fixed frame"/>
          <p:cNvSpPr txBox="1"/>
          <p:nvPr>
            <p:ph type="title" idx="4294967295"/>
          </p:nvPr>
        </p:nvSpPr>
        <p:spPr>
          <a:xfrm>
            <a:off x="698500" y="1854200"/>
            <a:ext cx="11609057" cy="3302000"/>
          </a:xfrm>
          <a:prstGeom prst="rect">
            <a:avLst/>
          </a:prstGeom>
        </p:spPr>
        <p:txBody>
          <a:bodyPr anchor="b"/>
          <a:lstStyle>
            <a:lvl1pPr defTabSz="256031">
              <a:lnSpc>
                <a:spcPct val="100000"/>
              </a:lnSpc>
              <a:defRPr b="0" spc="0" sz="84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wrapped title keeps all of its lines in this fixed frame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1">
            <a:lumOff val="16847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hello keynote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b="0" spc="0" sz="150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hello keynote</a:t>
            </a:r>
          </a:p>
        </p:txBody>
      </p:sp>
      <p:sp>
        <p:nvSpPr>
          <p:cNvPr id="298" name="first bullet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>
            <a:lvl1pPr marL="482600" indent="-482600">
              <a:buSzPct val="123000"/>
              <a:buChar char="•"/>
            </a:lvl1pPr>
          </a:lstStyle>
          <a:p>
            <a:pPr/>
            <a:r>
              <a:t>first bullet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5">
            <a:hueOff val="-152895"/>
            <a:lumOff val="12368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wrapped title keeps all of its lines in this fixed frame"/>
          <p:cNvSpPr txBox="1"/>
          <p:nvPr>
            <p:ph type="title" idx="4294967295"/>
          </p:nvPr>
        </p:nvSpPr>
        <p:spPr>
          <a:xfrm>
            <a:off x="698500" y="1854200"/>
            <a:ext cx="11609057" cy="3302000"/>
          </a:xfrm>
          <a:prstGeom prst="rect">
            <a:avLst/>
          </a:prstGeom>
        </p:spPr>
        <p:txBody>
          <a:bodyPr anchor="b"/>
          <a:lstStyle>
            <a:lvl1pPr defTabSz="256031">
              <a:lnSpc>
                <a:spcPct val="100000"/>
              </a:lnSpc>
              <a:defRPr b="0" spc="0" sz="84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wrapped title keeps all of its lines in this fixed frame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1">
            <a:lumOff val="16847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hello keynote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b="0" spc="0" sz="150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hello keynote</a:t>
            </a:r>
          </a:p>
        </p:txBody>
      </p:sp>
      <p:sp>
        <p:nvSpPr>
          <p:cNvPr id="305" name="first bullet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>
            <a:lvl1pPr marL="482600" indent="-482600">
              <a:buSzPct val="123000"/>
              <a:buChar char="•"/>
            </a:lvl1pPr>
          </a:lstStyle>
          <a:p>
            <a:pPr/>
            <a:r>
              <a:t>first bullet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5">
            <a:hueOff val="-152895"/>
            <a:lumOff val="12368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wrapped title keeps all of its lines in this fixed frame"/>
          <p:cNvSpPr txBox="1"/>
          <p:nvPr>
            <p:ph type="title" idx="4294967295"/>
          </p:nvPr>
        </p:nvSpPr>
        <p:spPr>
          <a:xfrm>
            <a:off x="698500" y="1854200"/>
            <a:ext cx="11609057" cy="3302000"/>
          </a:xfrm>
          <a:prstGeom prst="rect">
            <a:avLst/>
          </a:prstGeom>
        </p:spPr>
        <p:txBody>
          <a:bodyPr anchor="b"/>
          <a:lstStyle>
            <a:lvl1pPr defTabSz="256031">
              <a:lnSpc>
                <a:spcPct val="100000"/>
              </a:lnSpc>
              <a:defRPr b="0" spc="0" sz="84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wrapped title keeps all of its lines in this fixed frame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1">
            <a:lumOff val="16847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hello keynote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b="0" spc="0" sz="150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hello keynote</a:t>
            </a:r>
          </a:p>
        </p:txBody>
      </p:sp>
      <p:sp>
        <p:nvSpPr>
          <p:cNvPr id="312" name="first bullet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>
            <a:lvl1pPr marL="482600" indent="-482600">
              <a:buSzPct val="123000"/>
              <a:buChar char="•"/>
            </a:lvl1pPr>
          </a:lstStyle>
          <a:p>
            <a:pPr/>
            <a:r>
              <a:t>first bullet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5">
            <a:hueOff val="-152895"/>
            <a:lumOff val="12368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wrapped title keeps all of its lines in this fixed frame"/>
          <p:cNvSpPr txBox="1"/>
          <p:nvPr>
            <p:ph type="title" idx="4294967295"/>
          </p:nvPr>
        </p:nvSpPr>
        <p:spPr>
          <a:xfrm>
            <a:off x="698500" y="1854200"/>
            <a:ext cx="11609057" cy="3302000"/>
          </a:xfrm>
          <a:prstGeom prst="rect">
            <a:avLst/>
          </a:prstGeom>
        </p:spPr>
        <p:txBody>
          <a:bodyPr anchor="b"/>
          <a:lstStyle>
            <a:lvl1pPr defTabSz="256031">
              <a:lnSpc>
                <a:spcPct val="100000"/>
              </a:lnSpc>
              <a:defRPr b="0" spc="0" sz="84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wrapped title keeps all of its lines in this fixed frame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1">
            <a:lumOff val="16847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hello keynote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b="0" spc="0" sz="150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hello keynote</a:t>
            </a:r>
          </a:p>
        </p:txBody>
      </p:sp>
      <p:sp>
        <p:nvSpPr>
          <p:cNvPr id="319" name="first bullet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>
            <a:lvl1pPr marL="482600" indent="-482600">
              <a:buSzPct val="123000"/>
              <a:buChar char="•"/>
            </a:lvl1pPr>
          </a:lstStyle>
          <a:p>
            <a:pPr/>
            <a:r>
              <a:t>first bullet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5">
            <a:hueOff val="-152895"/>
            <a:lumOff val="12368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wrapped title keeps all of its lines in this fixed frame"/>
          <p:cNvSpPr txBox="1"/>
          <p:nvPr>
            <p:ph type="title" idx="4294967295"/>
          </p:nvPr>
        </p:nvSpPr>
        <p:spPr>
          <a:xfrm>
            <a:off x="698500" y="1854200"/>
            <a:ext cx="11609057" cy="3302000"/>
          </a:xfrm>
          <a:prstGeom prst="rect">
            <a:avLst/>
          </a:prstGeom>
        </p:spPr>
        <p:txBody>
          <a:bodyPr anchor="b"/>
          <a:lstStyle>
            <a:lvl1pPr defTabSz="256031">
              <a:lnSpc>
                <a:spcPct val="100000"/>
              </a:lnSpc>
              <a:defRPr b="0" spc="0" sz="84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wrapped title keeps all of its lines in this fixed frame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1">
            <a:lumOff val="16847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hello keynote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b="0" spc="0" sz="150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hello keynote</a:t>
            </a:r>
          </a:p>
        </p:txBody>
      </p:sp>
      <p:sp>
        <p:nvSpPr>
          <p:cNvPr id="326" name="first bullet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>
            <a:lvl1pPr marL="482600" indent="-482600">
              <a:buSzPct val="123000"/>
              <a:buChar char="•"/>
            </a:lvl1pPr>
          </a:lstStyle>
          <a:p>
            <a:pPr/>
            <a:r>
              <a:t>first bullet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5">
            <a:hueOff val="-152895"/>
            <a:lumOff val="12368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wrapped title keeps all of its lines in this fixed frame"/>
          <p:cNvSpPr txBox="1"/>
          <p:nvPr>
            <p:ph type="title" idx="4294967295"/>
          </p:nvPr>
        </p:nvSpPr>
        <p:spPr>
          <a:xfrm>
            <a:off x="698500" y="1854200"/>
            <a:ext cx="11609057" cy="3302000"/>
          </a:xfrm>
          <a:prstGeom prst="rect">
            <a:avLst/>
          </a:prstGeom>
        </p:spPr>
        <p:txBody>
          <a:bodyPr anchor="b"/>
          <a:lstStyle>
            <a:lvl1pPr defTabSz="256031">
              <a:lnSpc>
                <a:spcPct val="100000"/>
              </a:lnSpc>
              <a:defRPr b="0" spc="0" sz="84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wrapped title keeps all of its lines in this fixed frame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1">
            <a:lumOff val="16847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hello keynote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b="0" spc="0" sz="150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hello keynote</a:t>
            </a:r>
          </a:p>
        </p:txBody>
      </p:sp>
      <p:sp>
        <p:nvSpPr>
          <p:cNvPr id="333" name="first bullet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>
            <a:lvl1pPr marL="482600" indent="-482600">
              <a:buSzPct val="123000"/>
              <a:buChar char="•"/>
            </a:lvl1pPr>
          </a:lstStyle>
          <a:p>
            <a:pPr/>
            <a:r>
              <a:t>first bullet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5">
            <a:hueOff val="-152895"/>
            <a:lumOff val="12368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wrapped title keeps all of its lines in this fixed frame"/>
          <p:cNvSpPr txBox="1"/>
          <p:nvPr>
            <p:ph type="title" idx="4294967295"/>
          </p:nvPr>
        </p:nvSpPr>
        <p:spPr>
          <a:xfrm>
            <a:off x="698500" y="1854200"/>
            <a:ext cx="11609057" cy="3302000"/>
          </a:xfrm>
          <a:prstGeom prst="rect">
            <a:avLst/>
          </a:prstGeom>
        </p:spPr>
        <p:txBody>
          <a:bodyPr anchor="b"/>
          <a:lstStyle>
            <a:lvl1pPr defTabSz="256031">
              <a:lnSpc>
                <a:spcPct val="100000"/>
              </a:lnSpc>
              <a:defRPr b="0" spc="0" sz="84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wrapped title keeps all of its lines in this fixed frame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1">
            <a:lumOff val="16847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hello keynote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b="0" spc="0" sz="150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hello keynote</a:t>
            </a:r>
          </a:p>
        </p:txBody>
      </p:sp>
      <p:sp>
        <p:nvSpPr>
          <p:cNvPr id="340" name="first bullet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>
            <a:lvl1pPr marL="482600" indent="-482600">
              <a:buSzPct val="123000"/>
              <a:buChar char="•"/>
            </a:lvl1pPr>
          </a:lstStyle>
          <a:p>
            <a:pPr/>
            <a:r>
              <a:t>first bullet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5">
            <a:hueOff val="-152895"/>
            <a:lumOff val="12368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wrapped title keeps all of its lines in this fixed frame"/>
          <p:cNvSpPr txBox="1"/>
          <p:nvPr>
            <p:ph type="title" idx="4294967295"/>
          </p:nvPr>
        </p:nvSpPr>
        <p:spPr>
          <a:xfrm>
            <a:off x="698500" y="1854200"/>
            <a:ext cx="11609057" cy="3302000"/>
          </a:xfrm>
          <a:prstGeom prst="rect">
            <a:avLst/>
          </a:prstGeom>
        </p:spPr>
        <p:txBody>
          <a:bodyPr anchor="b"/>
          <a:lstStyle>
            <a:lvl1pPr defTabSz="256031">
              <a:lnSpc>
                <a:spcPct val="100000"/>
              </a:lnSpc>
              <a:defRPr b="0" spc="0" sz="84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wrapped title keeps all of its lines in this fixed frame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1">
            <a:lumOff val="16847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hello keynote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b="0" spc="0" sz="150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hello keynote</a:t>
            </a:r>
          </a:p>
        </p:txBody>
      </p:sp>
      <p:sp>
        <p:nvSpPr>
          <p:cNvPr id="347" name="first bullet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>
            <a:lvl1pPr marL="482600" indent="-482600">
              <a:buSzPct val="123000"/>
              <a:buChar char="•"/>
            </a:lvl1pPr>
          </a:lstStyle>
          <a:p>
            <a:pPr/>
            <a:r>
              <a:t>first bullet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5">
            <a:hueOff val="-152895"/>
            <a:lumOff val="12368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wrapped title keeps all of its lines in this fixed frame"/>
          <p:cNvSpPr txBox="1"/>
          <p:nvPr>
            <p:ph type="title" idx="4294967295"/>
          </p:nvPr>
        </p:nvSpPr>
        <p:spPr>
          <a:xfrm>
            <a:off x="698500" y="1854200"/>
            <a:ext cx="11609057" cy="3302000"/>
          </a:xfrm>
          <a:prstGeom prst="rect">
            <a:avLst/>
          </a:prstGeom>
        </p:spPr>
        <p:txBody>
          <a:bodyPr anchor="b"/>
          <a:lstStyle>
            <a:lvl1pPr defTabSz="256031">
              <a:lnSpc>
                <a:spcPct val="100000"/>
              </a:lnSpc>
              <a:defRPr b="0" spc="0" sz="84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wrapped title keeps all of its lines in this fixed frame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1">
            <a:lumOff val="16847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hello keynote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b="0" spc="0" sz="150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hello keynote</a:t>
            </a:r>
          </a:p>
        </p:txBody>
      </p:sp>
      <p:sp>
        <p:nvSpPr>
          <p:cNvPr id="354" name="first bullet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>
            <a:lvl1pPr marL="482600" indent="-482600">
              <a:buSzPct val="123000"/>
              <a:buChar char="•"/>
            </a:lvl1pPr>
          </a:lstStyle>
          <a:p>
            <a:pPr/>
            <a:r>
              <a:t>first bullet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5">
            <a:hueOff val="-152895"/>
            <a:lumOff val="12368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wrapped title keeps all of its lines in this fixed frame"/>
          <p:cNvSpPr txBox="1"/>
          <p:nvPr>
            <p:ph type="title" idx="4294967295"/>
          </p:nvPr>
        </p:nvSpPr>
        <p:spPr>
          <a:xfrm>
            <a:off x="698500" y="1854200"/>
            <a:ext cx="11609057" cy="3302000"/>
          </a:xfrm>
          <a:prstGeom prst="rect">
            <a:avLst/>
          </a:prstGeom>
        </p:spPr>
        <p:txBody>
          <a:bodyPr anchor="b"/>
          <a:lstStyle>
            <a:lvl1pPr defTabSz="256031">
              <a:lnSpc>
                <a:spcPct val="100000"/>
              </a:lnSpc>
              <a:defRPr b="0" spc="0" sz="84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wrapped title keeps all of its lines in this fixed frame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1">
            <a:lumOff val="16847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hello keynote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b="0" spc="0" sz="150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hello keynote</a:t>
            </a:r>
          </a:p>
        </p:txBody>
      </p:sp>
      <p:sp>
        <p:nvSpPr>
          <p:cNvPr id="361" name="first bullet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>
            <a:lvl1pPr marL="482600" indent="-482600">
              <a:buSzPct val="123000"/>
              <a:buChar char="•"/>
            </a:lvl1pPr>
          </a:lstStyle>
          <a:p>
            <a:pPr/>
            <a:r>
              <a:t>first bullet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5">
            <a:hueOff val="-152895"/>
            <a:lumOff val="12368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wrapped title keeps all of its lines in this fixed frame"/>
          <p:cNvSpPr txBox="1"/>
          <p:nvPr>
            <p:ph type="title" idx="4294967295"/>
          </p:nvPr>
        </p:nvSpPr>
        <p:spPr>
          <a:xfrm>
            <a:off x="698500" y="1854200"/>
            <a:ext cx="11609057" cy="3302000"/>
          </a:xfrm>
          <a:prstGeom prst="rect">
            <a:avLst/>
          </a:prstGeom>
        </p:spPr>
        <p:txBody>
          <a:bodyPr anchor="b"/>
          <a:lstStyle>
            <a:lvl1pPr defTabSz="256031">
              <a:lnSpc>
                <a:spcPct val="100000"/>
              </a:lnSpc>
              <a:defRPr b="0" spc="0" sz="84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wrapped title keeps all of its lines in this fixed frame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1">
            <a:lumOff val="16847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hello keynote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b="0" spc="0" sz="150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hello keynote</a:t>
            </a:r>
          </a:p>
        </p:txBody>
      </p:sp>
      <p:sp>
        <p:nvSpPr>
          <p:cNvPr id="368" name="first bullet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>
            <a:lvl1pPr marL="482600" indent="-482600">
              <a:buSzPct val="123000"/>
              <a:buChar char="•"/>
            </a:lvl1pPr>
          </a:lstStyle>
          <a:p>
            <a:pPr/>
            <a:r>
              <a:t>first bullet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5">
            <a:hueOff val="-152895"/>
            <a:lumOff val="12368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wrapped title keeps all of its lines in this fixed frame"/>
          <p:cNvSpPr txBox="1"/>
          <p:nvPr>
            <p:ph type="title" idx="4294967295"/>
          </p:nvPr>
        </p:nvSpPr>
        <p:spPr>
          <a:xfrm>
            <a:off x="698500" y="1854200"/>
            <a:ext cx="11609057" cy="3302000"/>
          </a:xfrm>
          <a:prstGeom prst="rect">
            <a:avLst/>
          </a:prstGeom>
        </p:spPr>
        <p:txBody>
          <a:bodyPr anchor="b"/>
          <a:lstStyle>
            <a:lvl1pPr defTabSz="256031">
              <a:lnSpc>
                <a:spcPct val="100000"/>
              </a:lnSpc>
              <a:defRPr b="0" spc="0" sz="84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wrapped title keeps all of its lines in this fixed frame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1">
            <a:lumOff val="16847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hello keynote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b="0" spc="0" sz="150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hello keynote</a:t>
            </a:r>
          </a:p>
        </p:txBody>
      </p:sp>
      <p:sp>
        <p:nvSpPr>
          <p:cNvPr id="375" name="first bullet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>
            <a:lvl1pPr marL="482600" indent="-482600">
              <a:buSzPct val="123000"/>
              <a:buChar char="•"/>
            </a:lvl1pPr>
          </a:lstStyle>
          <a:p>
            <a:pPr/>
            <a:r>
              <a:t>first bullet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5">
            <a:hueOff val="-152895"/>
            <a:lumOff val="12368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wrapped title keeps all of its lines in this fixed frame"/>
          <p:cNvSpPr txBox="1"/>
          <p:nvPr>
            <p:ph type="title" idx="4294967295"/>
          </p:nvPr>
        </p:nvSpPr>
        <p:spPr>
          <a:xfrm>
            <a:off x="698500" y="1854200"/>
            <a:ext cx="11609057" cy="3302000"/>
          </a:xfrm>
          <a:prstGeom prst="rect">
            <a:avLst/>
          </a:prstGeom>
        </p:spPr>
        <p:txBody>
          <a:bodyPr anchor="b"/>
          <a:lstStyle>
            <a:lvl1pPr defTabSz="256031">
              <a:lnSpc>
                <a:spcPct val="100000"/>
              </a:lnSpc>
              <a:defRPr b="0" spc="0" sz="84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wrapped title keeps all of its lines in this fixed frame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1">
            <a:lumOff val="16847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hello keynote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b="0" spc="0" sz="150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hello keynote</a:t>
            </a:r>
          </a:p>
        </p:txBody>
      </p:sp>
      <p:sp>
        <p:nvSpPr>
          <p:cNvPr id="382" name="first bullet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>
            <a:lvl1pPr marL="482600" indent="-482600">
              <a:buSzPct val="123000"/>
              <a:buChar char="•"/>
            </a:lvl1pPr>
          </a:lstStyle>
          <a:p>
            <a:pPr/>
            <a:r>
              <a:t>first bullet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5">
            <a:hueOff val="-152895"/>
            <a:lumOff val="12368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wrapped title keeps all of its lines in this fixed frame"/>
          <p:cNvSpPr txBox="1"/>
          <p:nvPr>
            <p:ph type="title" idx="4294967295"/>
          </p:nvPr>
        </p:nvSpPr>
        <p:spPr>
          <a:xfrm>
            <a:off x="698500" y="1854200"/>
            <a:ext cx="11609057" cy="3302000"/>
          </a:xfrm>
          <a:prstGeom prst="rect">
            <a:avLst/>
          </a:prstGeom>
        </p:spPr>
        <p:txBody>
          <a:bodyPr anchor="b"/>
          <a:lstStyle>
            <a:lvl1pPr defTabSz="256031">
              <a:lnSpc>
                <a:spcPct val="100000"/>
              </a:lnSpc>
              <a:defRPr b="0" spc="0" sz="84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wrapped title keeps all of its lines in this fixed frame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1">
            <a:lumOff val="16847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hello keynote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b="0" spc="0" sz="150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hello keynote</a:t>
            </a:r>
          </a:p>
        </p:txBody>
      </p:sp>
      <p:sp>
        <p:nvSpPr>
          <p:cNvPr id="389" name="first bullet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>
            <a:lvl1pPr marL="482600" indent="-482600">
              <a:buSzPct val="123000"/>
              <a:buChar char="•"/>
            </a:lvl1pPr>
          </a:lstStyle>
          <a:p>
            <a:pPr/>
            <a:r>
              <a:t>first bullet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5">
            <a:hueOff val="-152895"/>
            <a:lumOff val="12368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wrapped title keeps all of its lines in this fixed frame"/>
          <p:cNvSpPr txBox="1"/>
          <p:nvPr>
            <p:ph type="title" idx="4294967295"/>
          </p:nvPr>
        </p:nvSpPr>
        <p:spPr>
          <a:xfrm>
            <a:off x="698500" y="1854200"/>
            <a:ext cx="11609057" cy="3302000"/>
          </a:xfrm>
          <a:prstGeom prst="rect">
            <a:avLst/>
          </a:prstGeom>
        </p:spPr>
        <p:txBody>
          <a:bodyPr anchor="b"/>
          <a:lstStyle>
            <a:lvl1pPr defTabSz="256031">
              <a:lnSpc>
                <a:spcPct val="100000"/>
              </a:lnSpc>
              <a:defRPr b="0" spc="0" sz="84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wrapped title keeps all of its lines in this fixed frame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1">
            <a:lumOff val="16847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hello keynote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b="0" spc="0" sz="150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hello keynote</a:t>
            </a:r>
          </a:p>
        </p:txBody>
      </p:sp>
      <p:sp>
        <p:nvSpPr>
          <p:cNvPr id="396" name="first bullet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>
            <a:lvl1pPr marL="482600" indent="-482600">
              <a:buSzPct val="123000"/>
              <a:buChar char="•"/>
            </a:lvl1pPr>
          </a:lstStyle>
          <a:p>
            <a:pPr/>
            <a:r>
              <a:t>first bullet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5">
            <a:hueOff val="-152895"/>
            <a:lumOff val="12368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wrapped title keeps all of its lines in this fixed frame"/>
          <p:cNvSpPr txBox="1"/>
          <p:nvPr>
            <p:ph type="title" idx="4294967295"/>
          </p:nvPr>
        </p:nvSpPr>
        <p:spPr>
          <a:xfrm>
            <a:off x="698500" y="1854200"/>
            <a:ext cx="11609057" cy="3302000"/>
          </a:xfrm>
          <a:prstGeom prst="rect">
            <a:avLst/>
          </a:prstGeom>
        </p:spPr>
        <p:txBody>
          <a:bodyPr anchor="b"/>
          <a:lstStyle>
            <a:lvl1pPr defTabSz="256031">
              <a:lnSpc>
                <a:spcPct val="100000"/>
              </a:lnSpc>
              <a:defRPr b="0" spc="0" sz="84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wrapped title keeps all of its lines in this fixed frame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1">
            <a:lumOff val="16847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hello keynote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b="0" spc="0" sz="150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hello keynote</a:t>
            </a:r>
          </a:p>
        </p:txBody>
      </p:sp>
      <p:sp>
        <p:nvSpPr>
          <p:cNvPr id="403" name="first bullet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>
            <a:lvl1pPr marL="482600" indent="-482600">
              <a:buSzPct val="123000"/>
              <a:buChar char="•"/>
            </a:lvl1pPr>
          </a:lstStyle>
          <a:p>
            <a:pPr/>
            <a:r>
              <a:t>first bullet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5">
            <a:hueOff val="-152895"/>
            <a:lumOff val="12368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wrapped title keeps all of its lines in this fixed frame"/>
          <p:cNvSpPr txBox="1"/>
          <p:nvPr>
            <p:ph type="title" idx="4294967295"/>
          </p:nvPr>
        </p:nvSpPr>
        <p:spPr>
          <a:xfrm>
            <a:off x="698500" y="1854200"/>
            <a:ext cx="11609057" cy="3302000"/>
          </a:xfrm>
          <a:prstGeom prst="rect">
            <a:avLst/>
          </a:prstGeom>
        </p:spPr>
        <p:txBody>
          <a:bodyPr anchor="b"/>
          <a:lstStyle>
            <a:lvl1pPr defTabSz="256031">
              <a:lnSpc>
                <a:spcPct val="100000"/>
              </a:lnSpc>
              <a:defRPr b="0" spc="0" sz="84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wrapped title keeps all of its lines in this fixed frame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1">
            <a:lumOff val="16847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hello keynote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b="0" spc="0" sz="150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hello keynote</a:t>
            </a:r>
          </a:p>
        </p:txBody>
      </p:sp>
      <p:sp>
        <p:nvSpPr>
          <p:cNvPr id="410" name="first bullet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>
            <a:lvl1pPr marL="482600" indent="-482600">
              <a:buSzPct val="123000"/>
              <a:buChar char="•"/>
            </a:lvl1pPr>
          </a:lstStyle>
          <a:p>
            <a:pPr/>
            <a:r>
              <a:t>first bullet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5">
            <a:hueOff val="-152895"/>
            <a:lumOff val="12368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wrapped title keeps all of its lines in this fixed frame"/>
          <p:cNvSpPr txBox="1"/>
          <p:nvPr>
            <p:ph type="title" idx="4294967295"/>
          </p:nvPr>
        </p:nvSpPr>
        <p:spPr>
          <a:xfrm>
            <a:off x="698500" y="1854200"/>
            <a:ext cx="11609057" cy="3302000"/>
          </a:xfrm>
          <a:prstGeom prst="rect">
            <a:avLst/>
          </a:prstGeom>
        </p:spPr>
        <p:txBody>
          <a:bodyPr anchor="b"/>
          <a:lstStyle>
            <a:lvl1pPr defTabSz="256031">
              <a:lnSpc>
                <a:spcPct val="100000"/>
              </a:lnSpc>
              <a:defRPr b="0" spc="0" sz="84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wrapped title keeps all of its lines in this fixed frame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1">
            <a:lumOff val="16847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hello keynote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b="0" spc="0" sz="150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hello keynote</a:t>
            </a:r>
          </a:p>
        </p:txBody>
      </p:sp>
      <p:sp>
        <p:nvSpPr>
          <p:cNvPr id="417" name="first bullet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>
            <a:lvl1pPr marL="482600" indent="-482600">
              <a:buSzPct val="123000"/>
              <a:buChar char="•"/>
            </a:lvl1pPr>
          </a:lstStyle>
          <a:p>
            <a:pPr/>
            <a:r>
              <a:t>first bullet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5">
            <a:hueOff val="-152895"/>
            <a:lumOff val="12368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wrapped title keeps all of its lines in this fixed frame"/>
          <p:cNvSpPr txBox="1"/>
          <p:nvPr>
            <p:ph type="title" idx="4294967295"/>
          </p:nvPr>
        </p:nvSpPr>
        <p:spPr>
          <a:xfrm>
            <a:off x="698500" y="1854200"/>
            <a:ext cx="11609057" cy="3302000"/>
          </a:xfrm>
          <a:prstGeom prst="rect">
            <a:avLst/>
          </a:prstGeom>
        </p:spPr>
        <p:txBody>
          <a:bodyPr anchor="b"/>
          <a:lstStyle>
            <a:lvl1pPr defTabSz="256031">
              <a:lnSpc>
                <a:spcPct val="100000"/>
              </a:lnSpc>
              <a:defRPr b="0" spc="0" sz="84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wrapped title keeps all of its lines in this fixed frame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1">
            <a:lumOff val="16847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hello keynote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b="0" spc="0" sz="150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hello keynote</a:t>
            </a:r>
          </a:p>
        </p:txBody>
      </p:sp>
      <p:sp>
        <p:nvSpPr>
          <p:cNvPr id="424" name="first bullet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>
            <a:lvl1pPr marL="482600" indent="-482600">
              <a:buSzPct val="123000"/>
              <a:buChar char="•"/>
            </a:lvl1pPr>
          </a:lstStyle>
          <a:p>
            <a:pPr/>
            <a:r>
              <a:t>first bullet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5">
            <a:hueOff val="-152895"/>
            <a:lumOff val="12368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wrapped title keeps all of its lines in this fixed frame"/>
          <p:cNvSpPr txBox="1"/>
          <p:nvPr>
            <p:ph type="title" idx="4294967295"/>
          </p:nvPr>
        </p:nvSpPr>
        <p:spPr>
          <a:xfrm>
            <a:off x="698500" y="1854200"/>
            <a:ext cx="11609057" cy="3302000"/>
          </a:xfrm>
          <a:prstGeom prst="rect">
            <a:avLst/>
          </a:prstGeom>
        </p:spPr>
        <p:txBody>
          <a:bodyPr anchor="b"/>
          <a:lstStyle>
            <a:lvl1pPr defTabSz="256031">
              <a:lnSpc>
                <a:spcPct val="100000"/>
              </a:lnSpc>
              <a:defRPr b="0" spc="0" sz="84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wrapped title keeps all of its lines in this fixed frame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1">
            <a:lumOff val="16847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hello keynote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b="0" spc="0" sz="150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hello keynote</a:t>
            </a:r>
          </a:p>
        </p:txBody>
      </p:sp>
      <p:sp>
        <p:nvSpPr>
          <p:cNvPr id="431" name="first bullet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>
            <a:lvl1pPr marL="482600" indent="-482600">
              <a:buSzPct val="123000"/>
              <a:buChar char="•"/>
            </a:lvl1pPr>
          </a:lstStyle>
          <a:p>
            <a:pPr/>
            <a:r>
              <a:t>first bullet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5">
            <a:hueOff val="-152895"/>
            <a:lumOff val="12368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wrapped title keeps all of its lines in this fixed frame"/>
          <p:cNvSpPr txBox="1"/>
          <p:nvPr>
            <p:ph type="title" idx="4294967295"/>
          </p:nvPr>
        </p:nvSpPr>
        <p:spPr>
          <a:xfrm>
            <a:off x="698500" y="1854200"/>
            <a:ext cx="11609057" cy="3302000"/>
          </a:xfrm>
          <a:prstGeom prst="rect">
            <a:avLst/>
          </a:prstGeom>
        </p:spPr>
        <p:txBody>
          <a:bodyPr anchor="b"/>
          <a:lstStyle>
            <a:lvl1pPr defTabSz="256031">
              <a:lnSpc>
                <a:spcPct val="100000"/>
              </a:lnSpc>
              <a:defRPr b="0" spc="0" sz="84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wrapped title keeps all of its lines in this fixed frame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1">
            <a:lumOff val="16847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hello keynote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b="0" spc="0" sz="150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hello keynote</a:t>
            </a:r>
          </a:p>
        </p:txBody>
      </p:sp>
      <p:sp>
        <p:nvSpPr>
          <p:cNvPr id="438" name="first bullet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>
            <a:lvl1pPr marL="482600" indent="-482600">
              <a:buSzPct val="123000"/>
              <a:buChar char="•"/>
            </a:lvl1pPr>
          </a:lstStyle>
          <a:p>
            <a:pPr/>
            <a:r>
              <a:t>first bullet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5">
            <a:hueOff val="-152895"/>
            <a:lumOff val="12368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wrapped title keeps all of its lines in this fixed frame"/>
          <p:cNvSpPr txBox="1"/>
          <p:nvPr>
            <p:ph type="title" idx="4294967295"/>
          </p:nvPr>
        </p:nvSpPr>
        <p:spPr>
          <a:xfrm>
            <a:off x="698500" y="1854200"/>
            <a:ext cx="11609057" cy="3302000"/>
          </a:xfrm>
          <a:prstGeom prst="rect">
            <a:avLst/>
          </a:prstGeom>
        </p:spPr>
        <p:txBody>
          <a:bodyPr anchor="b"/>
          <a:lstStyle>
            <a:lvl1pPr defTabSz="256031">
              <a:lnSpc>
                <a:spcPct val="100000"/>
              </a:lnSpc>
              <a:defRPr b="0" spc="0" sz="84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wrapped title keeps all of its lines in this fixed frame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1">
            <a:lumOff val="16847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hello keynote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b="0" spc="0" sz="150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hello keynote</a:t>
            </a:r>
          </a:p>
        </p:txBody>
      </p:sp>
      <p:sp>
        <p:nvSpPr>
          <p:cNvPr id="445" name="first bullet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>
            <a:lvl1pPr marL="482600" indent="-482600">
              <a:buSzPct val="123000"/>
              <a:buChar char="•"/>
            </a:lvl1pPr>
          </a:lstStyle>
          <a:p>
            <a:pPr/>
            <a:r>
              <a:t>first bullet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5">
            <a:hueOff val="-152895"/>
            <a:lumOff val="12368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wrapped title keeps all of its lines in this fixed frame"/>
          <p:cNvSpPr txBox="1"/>
          <p:nvPr>
            <p:ph type="title" idx="4294967295"/>
          </p:nvPr>
        </p:nvSpPr>
        <p:spPr>
          <a:xfrm>
            <a:off x="698500" y="1854200"/>
            <a:ext cx="11609057" cy="3302000"/>
          </a:xfrm>
          <a:prstGeom prst="rect">
            <a:avLst/>
          </a:prstGeom>
        </p:spPr>
        <p:txBody>
          <a:bodyPr anchor="b"/>
          <a:lstStyle>
            <a:lvl1pPr defTabSz="256031">
              <a:lnSpc>
                <a:spcPct val="100000"/>
              </a:lnSpc>
              <a:defRPr b="0" spc="0" sz="84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wrapped title keeps all of its lines in this fixed frame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1">
            <a:lumOff val="16847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hello keynote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b="0" spc="0" sz="150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hello keynote</a:t>
            </a:r>
          </a:p>
        </p:txBody>
      </p:sp>
      <p:sp>
        <p:nvSpPr>
          <p:cNvPr id="452" name="first bullet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>
            <a:lvl1pPr marL="482600" indent="-482600">
              <a:buSzPct val="123000"/>
              <a:buChar char="•"/>
            </a:lvl1pPr>
          </a:lstStyle>
          <a:p>
            <a:pPr/>
            <a:r>
              <a:t>first bullet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5">
            <a:hueOff val="-152895"/>
            <a:lumOff val="12368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wrapped title keeps all of its lines in this fixed frame"/>
          <p:cNvSpPr txBox="1"/>
          <p:nvPr>
            <p:ph type="title" idx="4294967295"/>
          </p:nvPr>
        </p:nvSpPr>
        <p:spPr>
          <a:xfrm>
            <a:off x="698500" y="1854200"/>
            <a:ext cx="11609057" cy="3302000"/>
          </a:xfrm>
          <a:prstGeom prst="rect">
            <a:avLst/>
          </a:prstGeom>
        </p:spPr>
        <p:txBody>
          <a:bodyPr anchor="b"/>
          <a:lstStyle>
            <a:lvl1pPr defTabSz="256031">
              <a:lnSpc>
                <a:spcPct val="100000"/>
              </a:lnSpc>
              <a:defRPr b="0" spc="0" sz="84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wrapped title keeps all of its lines in this fixed frame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1">
            <a:lumOff val="16847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hello keynote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b="0" spc="0" sz="150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hello keynote</a:t>
            </a:r>
          </a:p>
        </p:txBody>
      </p:sp>
      <p:sp>
        <p:nvSpPr>
          <p:cNvPr id="459" name="first bullet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>
            <a:lvl1pPr marL="482600" indent="-482600">
              <a:buSzPct val="123000"/>
              <a:buChar char="•"/>
            </a:lvl1pPr>
          </a:lstStyle>
          <a:p>
            <a:pPr/>
            <a:r>
              <a:t>first bullet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5">
            <a:hueOff val="-152895"/>
            <a:lumOff val="12368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wrapped title keeps all of its lines in this fixed frame"/>
          <p:cNvSpPr txBox="1"/>
          <p:nvPr>
            <p:ph type="title" idx="4294967295"/>
          </p:nvPr>
        </p:nvSpPr>
        <p:spPr>
          <a:xfrm>
            <a:off x="698500" y="1854200"/>
            <a:ext cx="11609057" cy="3302000"/>
          </a:xfrm>
          <a:prstGeom prst="rect">
            <a:avLst/>
          </a:prstGeom>
        </p:spPr>
        <p:txBody>
          <a:bodyPr anchor="b"/>
          <a:lstStyle>
            <a:lvl1pPr defTabSz="256031">
              <a:lnSpc>
                <a:spcPct val="100000"/>
              </a:lnSpc>
              <a:defRPr b="0" spc="0" sz="84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wrapped title keeps all of its lines in this fixed frame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1">
            <a:lumOff val="16847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hello keynote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b="0" spc="0" sz="150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hello keynote</a:t>
            </a:r>
          </a:p>
        </p:txBody>
      </p:sp>
      <p:sp>
        <p:nvSpPr>
          <p:cNvPr id="466" name="first bullet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>
            <a:lvl1pPr marL="482600" indent="-482600">
              <a:buSzPct val="123000"/>
              <a:buChar char="•"/>
            </a:lvl1pPr>
          </a:lstStyle>
          <a:p>
            <a:pPr/>
            <a:r>
              <a:t>first bullet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5">
            <a:hueOff val="-152895"/>
            <a:lumOff val="12368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wrapped title keeps all of its lines in this fixed frame"/>
          <p:cNvSpPr txBox="1"/>
          <p:nvPr>
            <p:ph type="title" idx="4294967295"/>
          </p:nvPr>
        </p:nvSpPr>
        <p:spPr>
          <a:xfrm>
            <a:off x="698500" y="1854200"/>
            <a:ext cx="11609057" cy="3302000"/>
          </a:xfrm>
          <a:prstGeom prst="rect">
            <a:avLst/>
          </a:prstGeom>
        </p:spPr>
        <p:txBody>
          <a:bodyPr anchor="b"/>
          <a:lstStyle>
            <a:lvl1pPr defTabSz="256031">
              <a:lnSpc>
                <a:spcPct val="100000"/>
              </a:lnSpc>
              <a:defRPr b="0" spc="0" sz="84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wrapped title keeps all of its lines in this fixed frame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1">
            <a:lumOff val="16847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hello keynote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b="0" spc="0" sz="150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hello keynote</a:t>
            </a:r>
          </a:p>
        </p:txBody>
      </p:sp>
      <p:sp>
        <p:nvSpPr>
          <p:cNvPr id="473" name="first bullet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>
            <a:lvl1pPr marL="482600" indent="-482600">
              <a:buSzPct val="123000"/>
              <a:buChar char="•"/>
            </a:lvl1pPr>
          </a:lstStyle>
          <a:p>
            <a:pPr/>
            <a:r>
              <a:t>first bullet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5">
            <a:hueOff val="-152895"/>
            <a:lumOff val="12368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wrapped title keeps all of its lines in this fixed frame"/>
          <p:cNvSpPr txBox="1"/>
          <p:nvPr>
            <p:ph type="title" idx="4294967295"/>
          </p:nvPr>
        </p:nvSpPr>
        <p:spPr>
          <a:xfrm>
            <a:off x="698500" y="1854200"/>
            <a:ext cx="11609057" cy="3302000"/>
          </a:xfrm>
          <a:prstGeom prst="rect">
            <a:avLst/>
          </a:prstGeom>
        </p:spPr>
        <p:txBody>
          <a:bodyPr anchor="b"/>
          <a:lstStyle>
            <a:lvl1pPr defTabSz="256031">
              <a:lnSpc>
                <a:spcPct val="100000"/>
              </a:lnSpc>
              <a:defRPr b="0" spc="0" sz="84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wrapped title keeps all of its lines in this fixed frame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1">
            <a:lumOff val="16847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hello keynote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b="0" spc="0" sz="150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hello keynote</a:t>
            </a:r>
          </a:p>
        </p:txBody>
      </p:sp>
      <p:sp>
        <p:nvSpPr>
          <p:cNvPr id="480" name="first bullet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>
            <a:lvl1pPr marL="482600" indent="-482600">
              <a:buSzPct val="123000"/>
              <a:buChar char="•"/>
            </a:lvl1pPr>
          </a:lstStyle>
          <a:p>
            <a:pPr/>
            <a:r>
              <a:t>first bullet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5">
            <a:hueOff val="-152895"/>
            <a:lumOff val="12368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wrapped title keeps all of its lines in this fixed frame"/>
          <p:cNvSpPr txBox="1"/>
          <p:nvPr>
            <p:ph type="title" idx="4294967295"/>
          </p:nvPr>
        </p:nvSpPr>
        <p:spPr>
          <a:xfrm>
            <a:off x="698500" y="1854200"/>
            <a:ext cx="11609057" cy="3302000"/>
          </a:xfrm>
          <a:prstGeom prst="rect">
            <a:avLst/>
          </a:prstGeom>
        </p:spPr>
        <p:txBody>
          <a:bodyPr anchor="b"/>
          <a:lstStyle>
            <a:lvl1pPr defTabSz="256031">
              <a:lnSpc>
                <a:spcPct val="100000"/>
              </a:lnSpc>
              <a:defRPr b="0" spc="0" sz="84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wrapped title keeps all of its lines in this fixed frame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1">
            <a:lumOff val="16847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hello keynote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b="0" spc="0" sz="150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hello keynote</a:t>
            </a:r>
          </a:p>
        </p:txBody>
      </p:sp>
      <p:sp>
        <p:nvSpPr>
          <p:cNvPr id="487" name="first bullet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>
            <a:lvl1pPr marL="482600" indent="-482600">
              <a:buSzPct val="123000"/>
              <a:buChar char="•"/>
            </a:lvl1pPr>
          </a:lstStyle>
          <a:p>
            <a:pPr/>
            <a:r>
              <a:t>first bullet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5">
            <a:hueOff val="-152895"/>
            <a:lumOff val="12368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wrapped title keeps all of its lines in this fixed frame"/>
          <p:cNvSpPr txBox="1"/>
          <p:nvPr>
            <p:ph type="title" idx="4294967295"/>
          </p:nvPr>
        </p:nvSpPr>
        <p:spPr>
          <a:xfrm>
            <a:off x="698500" y="1854200"/>
            <a:ext cx="11609057" cy="3302000"/>
          </a:xfrm>
          <a:prstGeom prst="rect">
            <a:avLst/>
          </a:prstGeom>
        </p:spPr>
        <p:txBody>
          <a:bodyPr anchor="b"/>
          <a:lstStyle>
            <a:lvl1pPr defTabSz="256031">
              <a:lnSpc>
                <a:spcPct val="100000"/>
              </a:lnSpc>
              <a:defRPr b="0" spc="0" sz="84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wrapped title keeps all of its lines in this fixed frame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1">
            <a:lumOff val="16847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hello keynote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b="0" spc="0" sz="150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hello keynote</a:t>
            </a:r>
          </a:p>
        </p:txBody>
      </p:sp>
      <p:sp>
        <p:nvSpPr>
          <p:cNvPr id="494" name="first bullet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>
            <a:lvl1pPr marL="482600" indent="-482600">
              <a:buSzPct val="123000"/>
              <a:buChar char="•"/>
            </a:lvl1pPr>
          </a:lstStyle>
          <a:p>
            <a:pPr/>
            <a:r>
              <a:t>first bullet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5">
            <a:hueOff val="-152895"/>
            <a:lumOff val="12368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wrapped title keeps all of its lines in this fixed frame"/>
          <p:cNvSpPr txBox="1"/>
          <p:nvPr>
            <p:ph type="title" idx="4294967295"/>
          </p:nvPr>
        </p:nvSpPr>
        <p:spPr>
          <a:xfrm>
            <a:off x="698500" y="1854200"/>
            <a:ext cx="11609057" cy="3302000"/>
          </a:xfrm>
          <a:prstGeom prst="rect">
            <a:avLst/>
          </a:prstGeom>
        </p:spPr>
        <p:txBody>
          <a:bodyPr anchor="b"/>
          <a:lstStyle>
            <a:lvl1pPr defTabSz="256031">
              <a:lnSpc>
                <a:spcPct val="100000"/>
              </a:lnSpc>
              <a:defRPr b="0" spc="0" sz="84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wrapped title keeps all of its lines in this fixed frame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1">
            <a:lumOff val="16847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hello keynote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b="0" spc="0" sz="150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hello keynote</a:t>
            </a:r>
          </a:p>
        </p:txBody>
      </p:sp>
      <p:sp>
        <p:nvSpPr>
          <p:cNvPr id="501" name="first bullet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>
            <a:lvl1pPr marL="482600" indent="-482600">
              <a:buSzPct val="123000"/>
              <a:buChar char="•"/>
            </a:lvl1pPr>
          </a:lstStyle>
          <a:p>
            <a:pPr/>
            <a:r>
              <a:t>first bullet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5">
            <a:hueOff val="-152895"/>
            <a:lumOff val="12368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wrapped title keeps all of its lines in this fixed frame"/>
          <p:cNvSpPr txBox="1"/>
          <p:nvPr>
            <p:ph type="title" idx="4294967295"/>
          </p:nvPr>
        </p:nvSpPr>
        <p:spPr>
          <a:xfrm>
            <a:off x="698500" y="1854200"/>
            <a:ext cx="11609057" cy="3302000"/>
          </a:xfrm>
          <a:prstGeom prst="rect">
            <a:avLst/>
          </a:prstGeom>
        </p:spPr>
        <p:txBody>
          <a:bodyPr anchor="b"/>
          <a:lstStyle>
            <a:lvl1pPr defTabSz="256031">
              <a:lnSpc>
                <a:spcPct val="100000"/>
              </a:lnSpc>
              <a:defRPr b="0" spc="0" sz="84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wrapped title keeps all of its lines in this fixed frame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1">
            <a:lumOff val="16847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hello keynote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b="0" spc="0" sz="150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hello keynote</a:t>
            </a:r>
          </a:p>
        </p:txBody>
      </p:sp>
      <p:sp>
        <p:nvSpPr>
          <p:cNvPr id="508" name="first bullet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>
            <a:lvl1pPr marL="482600" indent="-482600">
              <a:buSzPct val="123000"/>
              <a:buChar char="•"/>
            </a:lvl1pPr>
          </a:lstStyle>
          <a:p>
            <a:pPr/>
            <a:r>
              <a:t>first bullet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5">
            <a:hueOff val="-152895"/>
            <a:lumOff val="12368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wrapped title keeps all of its lines in this fixed frame"/>
          <p:cNvSpPr txBox="1"/>
          <p:nvPr>
            <p:ph type="title" idx="4294967295"/>
          </p:nvPr>
        </p:nvSpPr>
        <p:spPr>
          <a:xfrm>
            <a:off x="698500" y="1854200"/>
            <a:ext cx="11609057" cy="3302000"/>
          </a:xfrm>
          <a:prstGeom prst="rect">
            <a:avLst/>
          </a:prstGeom>
        </p:spPr>
        <p:txBody>
          <a:bodyPr anchor="b"/>
          <a:lstStyle>
            <a:lvl1pPr defTabSz="256031">
              <a:lnSpc>
                <a:spcPct val="100000"/>
              </a:lnSpc>
              <a:defRPr b="0" spc="0" sz="84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wrapped title keeps all of its lines in this fixed frame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1">
            <a:lumOff val="16847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hello keynote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b="0" spc="0" sz="150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hello keynote</a:t>
            </a:r>
          </a:p>
        </p:txBody>
      </p:sp>
      <p:sp>
        <p:nvSpPr>
          <p:cNvPr id="515" name="first bullet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>
            <a:lvl1pPr marL="482600" indent="-482600">
              <a:buSzPct val="123000"/>
              <a:buChar char="•"/>
            </a:lvl1pPr>
          </a:lstStyle>
          <a:p>
            <a:pPr/>
            <a:r>
              <a:t>first bullet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5">
            <a:hueOff val="-152895"/>
            <a:lumOff val="12368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wrapped title keeps all of its lines in this fixed frame"/>
          <p:cNvSpPr txBox="1"/>
          <p:nvPr>
            <p:ph type="title" idx="4294967295"/>
          </p:nvPr>
        </p:nvSpPr>
        <p:spPr>
          <a:xfrm>
            <a:off x="698500" y="1854200"/>
            <a:ext cx="11609057" cy="3302000"/>
          </a:xfrm>
          <a:prstGeom prst="rect">
            <a:avLst/>
          </a:prstGeom>
        </p:spPr>
        <p:txBody>
          <a:bodyPr anchor="b"/>
          <a:lstStyle>
            <a:lvl1pPr defTabSz="256031">
              <a:lnSpc>
                <a:spcPct val="100000"/>
              </a:lnSpc>
              <a:defRPr b="0" spc="0" sz="84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wrapped title keeps all of its lines in this fixed frame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1">
            <a:lumOff val="16847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hello keynote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b="0" spc="0" sz="150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hello keynote</a:t>
            </a:r>
          </a:p>
        </p:txBody>
      </p:sp>
      <p:sp>
        <p:nvSpPr>
          <p:cNvPr id="522" name="first bullet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>
            <a:lvl1pPr marL="482600" indent="-482600">
              <a:buSzPct val="123000"/>
              <a:buChar char="•"/>
            </a:lvl1pPr>
          </a:lstStyle>
          <a:p>
            <a:pPr/>
            <a:r>
              <a:t>first bullet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5">
            <a:hueOff val="-152895"/>
            <a:lumOff val="12368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wrapped title keeps all of its lines in this fixed frame"/>
          <p:cNvSpPr txBox="1"/>
          <p:nvPr>
            <p:ph type="title" idx="4294967295"/>
          </p:nvPr>
        </p:nvSpPr>
        <p:spPr>
          <a:xfrm>
            <a:off x="698500" y="1854200"/>
            <a:ext cx="11609057" cy="3302000"/>
          </a:xfrm>
          <a:prstGeom prst="rect">
            <a:avLst/>
          </a:prstGeom>
        </p:spPr>
        <p:txBody>
          <a:bodyPr anchor="b"/>
          <a:lstStyle>
            <a:lvl1pPr defTabSz="256031">
              <a:lnSpc>
                <a:spcPct val="100000"/>
              </a:lnSpc>
              <a:defRPr b="0" spc="0" sz="84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wrapped title keeps all of its lines in this fixed frame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1">
            <a:lumOff val="16847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hello keynote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b="0" spc="0" sz="150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hello keynote</a:t>
            </a:r>
          </a:p>
        </p:txBody>
      </p:sp>
      <p:sp>
        <p:nvSpPr>
          <p:cNvPr id="529" name="first bullet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>
            <a:lvl1pPr marL="482600" indent="-482600">
              <a:buSzPct val="123000"/>
              <a:buChar char="•"/>
            </a:lvl1pPr>
          </a:lstStyle>
          <a:p>
            <a:pPr/>
            <a:r>
              <a:t>first bullet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5">
            <a:hueOff val="-152895"/>
            <a:lumOff val="12368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wrapped title keeps all of its lines in this fixed frame"/>
          <p:cNvSpPr txBox="1"/>
          <p:nvPr>
            <p:ph type="title" idx="4294967295"/>
          </p:nvPr>
        </p:nvSpPr>
        <p:spPr>
          <a:xfrm>
            <a:off x="698500" y="1854200"/>
            <a:ext cx="11609057" cy="3302000"/>
          </a:xfrm>
          <a:prstGeom prst="rect">
            <a:avLst/>
          </a:prstGeom>
        </p:spPr>
        <p:txBody>
          <a:bodyPr anchor="b"/>
          <a:lstStyle>
            <a:lvl1pPr defTabSz="256031">
              <a:lnSpc>
                <a:spcPct val="100000"/>
              </a:lnSpc>
              <a:defRPr b="0" spc="0" sz="84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wrapped title keeps all of its lines in this fixed frame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1">
            <a:lumOff val="16847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hello keynote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b="0" spc="0" sz="150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hello keynote</a:t>
            </a:r>
          </a:p>
        </p:txBody>
      </p:sp>
      <p:sp>
        <p:nvSpPr>
          <p:cNvPr id="536" name="first bullet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>
            <a:lvl1pPr marL="482600" indent="-482600">
              <a:buSzPct val="123000"/>
              <a:buChar char="•"/>
            </a:lvl1pPr>
          </a:lstStyle>
          <a:p>
            <a:pPr/>
            <a:r>
              <a:t>first bullet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5">
            <a:hueOff val="-152895"/>
            <a:lumOff val="12368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wrapped title keeps all of its lines in this fixed frame"/>
          <p:cNvSpPr txBox="1"/>
          <p:nvPr>
            <p:ph type="title" idx="4294967295"/>
          </p:nvPr>
        </p:nvSpPr>
        <p:spPr>
          <a:xfrm>
            <a:off x="698500" y="1854200"/>
            <a:ext cx="11609057" cy="3302000"/>
          </a:xfrm>
          <a:prstGeom prst="rect">
            <a:avLst/>
          </a:prstGeom>
        </p:spPr>
        <p:txBody>
          <a:bodyPr anchor="b"/>
          <a:lstStyle>
            <a:lvl1pPr defTabSz="256031">
              <a:lnSpc>
                <a:spcPct val="100000"/>
              </a:lnSpc>
              <a:defRPr b="0" spc="0" sz="84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wrapped title keeps all of its lines in this fixed frame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1">
            <a:lumOff val="16847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hello keynote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b="0" spc="0" sz="150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hello keynote</a:t>
            </a:r>
          </a:p>
        </p:txBody>
      </p:sp>
      <p:sp>
        <p:nvSpPr>
          <p:cNvPr id="543" name="first bullet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>
            <a:lvl1pPr marL="482600" indent="-482600">
              <a:buSzPct val="123000"/>
              <a:buChar char="•"/>
            </a:lvl1pPr>
          </a:lstStyle>
          <a:p>
            <a:pPr/>
            <a:r>
              <a:t>first bullet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5">
            <a:hueOff val="-152895"/>
            <a:lumOff val="12368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wrapped title keeps all of its lines in this fixed frame"/>
          <p:cNvSpPr txBox="1"/>
          <p:nvPr>
            <p:ph type="title" idx="4294967295"/>
          </p:nvPr>
        </p:nvSpPr>
        <p:spPr>
          <a:xfrm>
            <a:off x="698500" y="1854200"/>
            <a:ext cx="11609057" cy="3302000"/>
          </a:xfrm>
          <a:prstGeom prst="rect">
            <a:avLst/>
          </a:prstGeom>
        </p:spPr>
        <p:txBody>
          <a:bodyPr anchor="b"/>
          <a:lstStyle>
            <a:lvl1pPr defTabSz="256031">
              <a:lnSpc>
                <a:spcPct val="100000"/>
              </a:lnSpc>
              <a:defRPr b="0" spc="0" sz="84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wrapped title keeps all of its lines in this fixed frame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1">
            <a:lumOff val="16847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hello keynote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b="0" spc="0" sz="150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hello keynote</a:t>
            </a:r>
          </a:p>
        </p:txBody>
      </p:sp>
      <p:sp>
        <p:nvSpPr>
          <p:cNvPr id="550" name="first bullet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>
            <a:lvl1pPr marL="482600" indent="-482600">
              <a:buSzPct val="123000"/>
              <a:buChar char="•"/>
            </a:lvl1pPr>
          </a:lstStyle>
          <a:p>
            <a:pPr/>
            <a:r>
              <a:t>first bullet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5">
            <a:hueOff val="-152895"/>
            <a:lumOff val="12368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wrapped title keeps all of its lines in this fixed frame"/>
          <p:cNvSpPr txBox="1"/>
          <p:nvPr>
            <p:ph type="title" idx="4294967295"/>
          </p:nvPr>
        </p:nvSpPr>
        <p:spPr>
          <a:xfrm>
            <a:off x="698500" y="1854200"/>
            <a:ext cx="11609057" cy="3302000"/>
          </a:xfrm>
          <a:prstGeom prst="rect">
            <a:avLst/>
          </a:prstGeom>
        </p:spPr>
        <p:txBody>
          <a:bodyPr anchor="b"/>
          <a:lstStyle>
            <a:lvl1pPr defTabSz="256031">
              <a:lnSpc>
                <a:spcPct val="100000"/>
              </a:lnSpc>
              <a:defRPr b="0" spc="0" sz="84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wrapped title keeps all of its lines in this fixed frame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1">
            <a:lumOff val="16847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hello keynote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b="0" spc="0" sz="150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hello keynote</a:t>
            </a:r>
          </a:p>
        </p:txBody>
      </p:sp>
      <p:sp>
        <p:nvSpPr>
          <p:cNvPr id="557" name="first bullet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>
            <a:lvl1pPr marL="482600" indent="-482600">
              <a:buSzPct val="123000"/>
              <a:buChar char="•"/>
            </a:lvl1pPr>
          </a:lstStyle>
          <a:p>
            <a:pPr/>
            <a:r>
              <a:t>first bullet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5">
            <a:hueOff val="-152895"/>
            <a:lumOff val="12368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wrapped title keeps all of its lines in this fixed frame"/>
          <p:cNvSpPr txBox="1"/>
          <p:nvPr>
            <p:ph type="title" idx="4294967295"/>
          </p:nvPr>
        </p:nvSpPr>
        <p:spPr>
          <a:xfrm>
            <a:off x="698500" y="1854200"/>
            <a:ext cx="11609057" cy="3302000"/>
          </a:xfrm>
          <a:prstGeom prst="rect">
            <a:avLst/>
          </a:prstGeom>
        </p:spPr>
        <p:txBody>
          <a:bodyPr anchor="b"/>
          <a:lstStyle>
            <a:lvl1pPr defTabSz="256031">
              <a:lnSpc>
                <a:spcPct val="100000"/>
              </a:lnSpc>
              <a:defRPr b="0" spc="0" sz="84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wrapped title keeps all of its lines in this fixed frame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1">
            <a:lumOff val="16847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hello keynote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b="0" spc="0" sz="150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hello keynote</a:t>
            </a:r>
          </a:p>
        </p:txBody>
      </p:sp>
      <p:sp>
        <p:nvSpPr>
          <p:cNvPr id="564" name="first bullet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>
            <a:lvl1pPr marL="482600" indent="-482600">
              <a:buSzPct val="123000"/>
              <a:buChar char="•"/>
            </a:lvl1pPr>
          </a:lstStyle>
          <a:p>
            <a:pPr/>
            <a:r>
              <a:t>first bullet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5">
            <a:hueOff val="-152895"/>
            <a:lumOff val="12368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wrapped title keeps all of its lines in this fixed frame"/>
          <p:cNvSpPr txBox="1"/>
          <p:nvPr>
            <p:ph type="title" idx="4294967295"/>
          </p:nvPr>
        </p:nvSpPr>
        <p:spPr>
          <a:xfrm>
            <a:off x="698500" y="1854200"/>
            <a:ext cx="11609057" cy="3302000"/>
          </a:xfrm>
          <a:prstGeom prst="rect">
            <a:avLst/>
          </a:prstGeom>
        </p:spPr>
        <p:txBody>
          <a:bodyPr anchor="b"/>
          <a:lstStyle>
            <a:lvl1pPr defTabSz="256031">
              <a:lnSpc>
                <a:spcPct val="100000"/>
              </a:lnSpc>
              <a:defRPr b="0" spc="0" sz="84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wrapped title keeps all of its lines in this fixed frame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1">
            <a:lumOff val="16847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hello keynote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b="0" spc="0" sz="150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hello keynote</a:t>
            </a:r>
          </a:p>
        </p:txBody>
      </p:sp>
      <p:sp>
        <p:nvSpPr>
          <p:cNvPr id="571" name="first bullet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>
            <a:lvl1pPr marL="482600" indent="-482600">
              <a:buSzPct val="123000"/>
              <a:buChar char="•"/>
            </a:lvl1pPr>
          </a:lstStyle>
          <a:p>
            <a:pPr/>
            <a:r>
              <a:t>first bullet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5">
            <a:hueOff val="-152895"/>
            <a:lumOff val="12368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wrapped title keeps all of its lines in this fixed frame"/>
          <p:cNvSpPr txBox="1"/>
          <p:nvPr>
            <p:ph type="title" idx="4294967295"/>
          </p:nvPr>
        </p:nvSpPr>
        <p:spPr>
          <a:xfrm>
            <a:off x="698500" y="1854200"/>
            <a:ext cx="11609057" cy="3302000"/>
          </a:xfrm>
          <a:prstGeom prst="rect">
            <a:avLst/>
          </a:prstGeom>
        </p:spPr>
        <p:txBody>
          <a:bodyPr anchor="b"/>
          <a:lstStyle>
            <a:lvl1pPr defTabSz="256031">
              <a:lnSpc>
                <a:spcPct val="100000"/>
              </a:lnSpc>
              <a:defRPr b="0" spc="0" sz="84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wrapped title keeps all of its lines in this fixed frame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1">
            <a:lumOff val="16847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hello keynote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b="0" spc="0" sz="150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hello keynote</a:t>
            </a:r>
          </a:p>
        </p:txBody>
      </p:sp>
      <p:sp>
        <p:nvSpPr>
          <p:cNvPr id="578" name="first bullet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>
            <a:lvl1pPr marL="482600" indent="-482600">
              <a:buSzPct val="123000"/>
              <a:buChar char="•"/>
            </a:lvl1pPr>
          </a:lstStyle>
          <a:p>
            <a:pPr/>
            <a:r>
              <a:t>first bullet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5">
            <a:hueOff val="-152895"/>
            <a:lumOff val="12368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wrapped title keeps all of its lines in this fixed frame"/>
          <p:cNvSpPr txBox="1"/>
          <p:nvPr>
            <p:ph type="title" idx="4294967295"/>
          </p:nvPr>
        </p:nvSpPr>
        <p:spPr>
          <a:xfrm>
            <a:off x="698500" y="1854200"/>
            <a:ext cx="11609057" cy="3302000"/>
          </a:xfrm>
          <a:prstGeom prst="rect">
            <a:avLst/>
          </a:prstGeom>
        </p:spPr>
        <p:txBody>
          <a:bodyPr anchor="b"/>
          <a:lstStyle>
            <a:lvl1pPr defTabSz="256031">
              <a:lnSpc>
                <a:spcPct val="100000"/>
              </a:lnSpc>
              <a:defRPr b="0" spc="0" sz="84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wrapped title keeps all of its lines in this fixed frame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1">
            <a:lumOff val="16847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hello keynote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b="0" spc="0" sz="150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hello keynote</a:t>
            </a:r>
          </a:p>
        </p:txBody>
      </p:sp>
      <p:sp>
        <p:nvSpPr>
          <p:cNvPr id="585" name="first bullet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>
            <a:lvl1pPr marL="482600" indent="-482600">
              <a:buSzPct val="123000"/>
              <a:buChar char="•"/>
            </a:lvl1pPr>
          </a:lstStyle>
          <a:p>
            <a:pPr/>
            <a:r>
              <a:t>first bullet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5">
            <a:hueOff val="-152895"/>
            <a:lumOff val="12368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wrapped title keeps all of its lines in this fixed frame"/>
          <p:cNvSpPr txBox="1"/>
          <p:nvPr>
            <p:ph type="title" idx="4294967295"/>
          </p:nvPr>
        </p:nvSpPr>
        <p:spPr>
          <a:xfrm>
            <a:off x="698500" y="1854200"/>
            <a:ext cx="11609057" cy="3302000"/>
          </a:xfrm>
          <a:prstGeom prst="rect">
            <a:avLst/>
          </a:prstGeom>
        </p:spPr>
        <p:txBody>
          <a:bodyPr anchor="b"/>
          <a:lstStyle>
            <a:lvl1pPr defTabSz="256031">
              <a:lnSpc>
                <a:spcPct val="100000"/>
              </a:lnSpc>
              <a:defRPr b="0" spc="0" sz="84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wrapped title keeps all of its lines in this fixed frame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1">
            <a:lumOff val="16847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hello keynote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b="0" spc="0" sz="150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hello keynote</a:t>
            </a:r>
          </a:p>
        </p:txBody>
      </p:sp>
      <p:sp>
        <p:nvSpPr>
          <p:cNvPr id="592" name="first bullet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>
            <a:lvl1pPr marL="482600" indent="-482600">
              <a:buSzPct val="123000"/>
              <a:buChar char="•"/>
            </a:lvl1pPr>
          </a:lstStyle>
          <a:p>
            <a:pPr/>
            <a:r>
              <a:t>first bullet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5">
            <a:hueOff val="-152895"/>
            <a:lumOff val="12368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wrapped title keeps all of its lines in this fixed frame"/>
          <p:cNvSpPr txBox="1"/>
          <p:nvPr>
            <p:ph type="title" idx="4294967295"/>
          </p:nvPr>
        </p:nvSpPr>
        <p:spPr>
          <a:xfrm>
            <a:off x="698500" y="1854200"/>
            <a:ext cx="11609057" cy="3302000"/>
          </a:xfrm>
          <a:prstGeom prst="rect">
            <a:avLst/>
          </a:prstGeom>
        </p:spPr>
        <p:txBody>
          <a:bodyPr anchor="b"/>
          <a:lstStyle>
            <a:lvl1pPr defTabSz="256031">
              <a:lnSpc>
                <a:spcPct val="100000"/>
              </a:lnSpc>
              <a:defRPr b="0" spc="0" sz="84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wrapped title keeps all of its lines in this fixed frame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1">
            <a:lumOff val="16847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hello keynote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b="0" spc="0" sz="150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hello keynote</a:t>
            </a:r>
          </a:p>
        </p:txBody>
      </p:sp>
      <p:sp>
        <p:nvSpPr>
          <p:cNvPr id="599" name="first bullet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>
            <a:lvl1pPr marL="482600" indent="-482600">
              <a:buSzPct val="123000"/>
              <a:buChar char="•"/>
            </a:lvl1pPr>
          </a:lstStyle>
          <a:p>
            <a:pPr/>
            <a:r>
              <a:t>first bullet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5">
            <a:hueOff val="-152895"/>
            <a:lumOff val="12368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wrapped title keeps all of its lines in this fixed frame"/>
          <p:cNvSpPr txBox="1"/>
          <p:nvPr>
            <p:ph type="title" idx="4294967295"/>
          </p:nvPr>
        </p:nvSpPr>
        <p:spPr>
          <a:xfrm>
            <a:off x="698500" y="1854200"/>
            <a:ext cx="11609057" cy="3302000"/>
          </a:xfrm>
          <a:prstGeom prst="rect">
            <a:avLst/>
          </a:prstGeom>
        </p:spPr>
        <p:txBody>
          <a:bodyPr anchor="b"/>
          <a:lstStyle>
            <a:lvl1pPr defTabSz="256031">
              <a:lnSpc>
                <a:spcPct val="100000"/>
              </a:lnSpc>
              <a:defRPr b="0" spc="0" sz="84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wrapped title keeps all of its lines in this fixed frame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1">
            <a:lumOff val="16847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hello keynote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b="0" spc="0" sz="150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hello keynote</a:t>
            </a:r>
          </a:p>
        </p:txBody>
      </p:sp>
      <p:sp>
        <p:nvSpPr>
          <p:cNvPr id="606" name="first bullet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>
            <a:lvl1pPr marL="482600" indent="-482600">
              <a:buSzPct val="123000"/>
              <a:buChar char="•"/>
            </a:lvl1pPr>
          </a:lstStyle>
          <a:p>
            <a:pPr/>
            <a:r>
              <a:t>first bullet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5">
            <a:hueOff val="-152895"/>
            <a:lumOff val="12368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wrapped title keeps all of its lines in this fixed frame"/>
          <p:cNvSpPr txBox="1"/>
          <p:nvPr>
            <p:ph type="title" idx="4294967295"/>
          </p:nvPr>
        </p:nvSpPr>
        <p:spPr>
          <a:xfrm>
            <a:off x="698500" y="1854200"/>
            <a:ext cx="11609057" cy="3302000"/>
          </a:xfrm>
          <a:prstGeom prst="rect">
            <a:avLst/>
          </a:prstGeom>
        </p:spPr>
        <p:txBody>
          <a:bodyPr anchor="b"/>
          <a:lstStyle>
            <a:lvl1pPr defTabSz="256031">
              <a:lnSpc>
                <a:spcPct val="100000"/>
              </a:lnSpc>
              <a:defRPr b="0" spc="0" sz="84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wrapped title keeps all of its lines in this fixed frame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1">
            <a:lumOff val="16847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hello keynote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b="0" spc="0" sz="150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hello keynote</a:t>
            </a:r>
          </a:p>
        </p:txBody>
      </p:sp>
      <p:sp>
        <p:nvSpPr>
          <p:cNvPr id="613" name="first bullet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>
            <a:lvl1pPr marL="482600" indent="-482600">
              <a:buSzPct val="123000"/>
              <a:buChar char="•"/>
            </a:lvl1pPr>
          </a:lstStyle>
          <a:p>
            <a:pPr/>
            <a:r>
              <a:t>first bullet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5">
            <a:hueOff val="-152895"/>
            <a:lumOff val="12368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wrapped title keeps all of its lines in this fixed frame"/>
          <p:cNvSpPr txBox="1"/>
          <p:nvPr>
            <p:ph type="title" idx="4294967295"/>
          </p:nvPr>
        </p:nvSpPr>
        <p:spPr>
          <a:xfrm>
            <a:off x="698500" y="1854200"/>
            <a:ext cx="11609057" cy="3302000"/>
          </a:xfrm>
          <a:prstGeom prst="rect">
            <a:avLst/>
          </a:prstGeom>
        </p:spPr>
        <p:txBody>
          <a:bodyPr anchor="b"/>
          <a:lstStyle>
            <a:lvl1pPr defTabSz="256031">
              <a:lnSpc>
                <a:spcPct val="100000"/>
              </a:lnSpc>
              <a:defRPr b="0" spc="0" sz="84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wrapped title keeps all of its lines in this fixed frame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1">
            <a:lumOff val="16847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hello keynote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b="0" spc="0" sz="150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hello keynote</a:t>
            </a:r>
          </a:p>
        </p:txBody>
      </p:sp>
      <p:sp>
        <p:nvSpPr>
          <p:cNvPr id="620" name="first bullet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>
            <a:lvl1pPr marL="482600" indent="-482600">
              <a:buSzPct val="123000"/>
              <a:buChar char="•"/>
            </a:lvl1pPr>
          </a:lstStyle>
          <a:p>
            <a:pPr/>
            <a:r>
              <a:t>first bullet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5">
            <a:hueOff val="-152895"/>
            <a:lumOff val="12368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wrapped title keeps all of its lines in this fixed frame"/>
          <p:cNvSpPr txBox="1"/>
          <p:nvPr>
            <p:ph type="title" idx="4294967295"/>
          </p:nvPr>
        </p:nvSpPr>
        <p:spPr>
          <a:xfrm>
            <a:off x="698500" y="1854200"/>
            <a:ext cx="11609057" cy="3302000"/>
          </a:xfrm>
          <a:prstGeom prst="rect">
            <a:avLst/>
          </a:prstGeom>
        </p:spPr>
        <p:txBody>
          <a:bodyPr anchor="b"/>
          <a:lstStyle>
            <a:lvl1pPr defTabSz="256031">
              <a:lnSpc>
                <a:spcPct val="100000"/>
              </a:lnSpc>
              <a:defRPr b="0" spc="0" sz="84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wrapped title keeps all of its lines in this fixed frame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1">
            <a:lumOff val="16847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hello keynote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b="0" spc="0" sz="150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hello keynote</a:t>
            </a:r>
          </a:p>
        </p:txBody>
      </p:sp>
      <p:sp>
        <p:nvSpPr>
          <p:cNvPr id="627" name="first bullet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>
            <a:lvl1pPr marL="482600" indent="-482600">
              <a:buSzPct val="123000"/>
              <a:buChar char="•"/>
            </a:lvl1pPr>
          </a:lstStyle>
          <a:p>
            <a:pPr/>
            <a:r>
              <a:t>first bullet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5">
            <a:hueOff val="-152895"/>
            <a:lumOff val="12368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wrapped title keeps all of its lines in this fixed frame"/>
          <p:cNvSpPr txBox="1"/>
          <p:nvPr>
            <p:ph type="title" idx="4294967295"/>
          </p:nvPr>
        </p:nvSpPr>
        <p:spPr>
          <a:xfrm>
            <a:off x="698500" y="1854200"/>
            <a:ext cx="11609057" cy="3302000"/>
          </a:xfrm>
          <a:prstGeom prst="rect">
            <a:avLst/>
          </a:prstGeom>
        </p:spPr>
        <p:txBody>
          <a:bodyPr anchor="b"/>
          <a:lstStyle>
            <a:lvl1pPr defTabSz="256031">
              <a:lnSpc>
                <a:spcPct val="100000"/>
              </a:lnSpc>
              <a:defRPr b="0" spc="0" sz="84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wrapped title keeps all of its lines in this fixed frame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1">
            <a:lumOff val="16847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hello keynote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b="0" spc="0" sz="150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hello keynote</a:t>
            </a:r>
          </a:p>
        </p:txBody>
      </p:sp>
      <p:sp>
        <p:nvSpPr>
          <p:cNvPr id="634" name="first bullet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>
            <a:lvl1pPr marL="482600" indent="-482600">
              <a:buSzPct val="123000"/>
              <a:buChar char="•"/>
            </a:lvl1pPr>
          </a:lstStyle>
          <a:p>
            <a:pPr/>
            <a:r>
              <a:t>first bullet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5">
            <a:hueOff val="-152895"/>
            <a:lumOff val="12368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wrapped title keeps all of its lines in this fixed frame"/>
          <p:cNvSpPr txBox="1"/>
          <p:nvPr>
            <p:ph type="title" idx="4294967295"/>
          </p:nvPr>
        </p:nvSpPr>
        <p:spPr>
          <a:xfrm>
            <a:off x="698500" y="1854200"/>
            <a:ext cx="11609057" cy="3302000"/>
          </a:xfrm>
          <a:prstGeom prst="rect">
            <a:avLst/>
          </a:prstGeom>
        </p:spPr>
        <p:txBody>
          <a:bodyPr anchor="b"/>
          <a:lstStyle>
            <a:lvl1pPr defTabSz="256031">
              <a:lnSpc>
                <a:spcPct val="100000"/>
              </a:lnSpc>
              <a:defRPr b="0" spc="0" sz="84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wrapped title keeps all of its lines in this fixed frame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1">
            <a:lumOff val="16847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hello keynote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b="0" spc="0" sz="150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hello keynote</a:t>
            </a:r>
          </a:p>
        </p:txBody>
      </p:sp>
      <p:sp>
        <p:nvSpPr>
          <p:cNvPr id="641" name="first bullet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>
            <a:lvl1pPr marL="482600" indent="-482600">
              <a:buSzPct val="123000"/>
              <a:buChar char="•"/>
            </a:lvl1pPr>
          </a:lstStyle>
          <a:p>
            <a:pPr/>
            <a:r>
              <a:t>first bullet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5">
            <a:hueOff val="-152895"/>
            <a:lumOff val="12368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wrapped title keeps all of its lines in this fixed frame"/>
          <p:cNvSpPr txBox="1"/>
          <p:nvPr>
            <p:ph type="title" idx="4294967295"/>
          </p:nvPr>
        </p:nvSpPr>
        <p:spPr>
          <a:xfrm>
            <a:off x="698500" y="1854200"/>
            <a:ext cx="11609057" cy="3302000"/>
          </a:xfrm>
          <a:prstGeom prst="rect">
            <a:avLst/>
          </a:prstGeom>
        </p:spPr>
        <p:txBody>
          <a:bodyPr anchor="b"/>
          <a:lstStyle>
            <a:lvl1pPr defTabSz="256031">
              <a:lnSpc>
                <a:spcPct val="100000"/>
              </a:lnSpc>
              <a:defRPr b="0" spc="0" sz="84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wrapped title keeps all of its lines in this fixed frame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1">
            <a:lumOff val="16847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hello keynote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b="0" spc="0" sz="150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hello keynote</a:t>
            </a:r>
          </a:p>
        </p:txBody>
      </p:sp>
      <p:sp>
        <p:nvSpPr>
          <p:cNvPr id="648" name="first bullet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>
            <a:lvl1pPr marL="482600" indent="-482600">
              <a:buSzPct val="123000"/>
              <a:buChar char="•"/>
            </a:lvl1pPr>
          </a:lstStyle>
          <a:p>
            <a:pPr/>
            <a:r>
              <a:t>first bullet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5">
            <a:hueOff val="-152895"/>
            <a:lumOff val="12368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wrapped title keeps all of its lines in this fixed frame"/>
          <p:cNvSpPr txBox="1"/>
          <p:nvPr>
            <p:ph type="title" idx="4294967295"/>
          </p:nvPr>
        </p:nvSpPr>
        <p:spPr>
          <a:xfrm>
            <a:off x="698500" y="1854200"/>
            <a:ext cx="11609057" cy="3302000"/>
          </a:xfrm>
          <a:prstGeom prst="rect">
            <a:avLst/>
          </a:prstGeom>
        </p:spPr>
        <p:txBody>
          <a:bodyPr anchor="b"/>
          <a:lstStyle>
            <a:lvl1pPr defTabSz="256031">
              <a:lnSpc>
                <a:spcPct val="100000"/>
              </a:lnSpc>
              <a:defRPr b="0" spc="0" sz="84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wrapped title keeps all of its lines in this fixed frame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1">
            <a:lumOff val="16847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hello keynote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b="0" spc="0" sz="150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hello keynote</a:t>
            </a:r>
          </a:p>
        </p:txBody>
      </p:sp>
      <p:sp>
        <p:nvSpPr>
          <p:cNvPr id="655" name="first bullet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>
            <a:lvl1pPr marL="482600" indent="-482600">
              <a:buSzPct val="123000"/>
              <a:buChar char="•"/>
            </a:lvl1pPr>
          </a:lstStyle>
          <a:p>
            <a:pPr/>
            <a:r>
              <a:t>first bullet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5">
            <a:hueOff val="-152895"/>
            <a:lumOff val="12368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wrapped title keeps all of its lines in this fixed frame"/>
          <p:cNvSpPr txBox="1"/>
          <p:nvPr>
            <p:ph type="title" idx="4294967295"/>
          </p:nvPr>
        </p:nvSpPr>
        <p:spPr>
          <a:xfrm>
            <a:off x="698500" y="1854200"/>
            <a:ext cx="11609057" cy="3302000"/>
          </a:xfrm>
          <a:prstGeom prst="rect">
            <a:avLst/>
          </a:prstGeom>
        </p:spPr>
        <p:txBody>
          <a:bodyPr anchor="b"/>
          <a:lstStyle>
            <a:lvl1pPr defTabSz="256031">
              <a:lnSpc>
                <a:spcPct val="100000"/>
              </a:lnSpc>
              <a:defRPr b="0" spc="0" sz="84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wrapped title keeps all of its lines in this fixed frame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1">
            <a:lumOff val="16847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hello keynote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b="0" spc="0" sz="150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hello keynote</a:t>
            </a:r>
          </a:p>
        </p:txBody>
      </p:sp>
      <p:sp>
        <p:nvSpPr>
          <p:cNvPr id="662" name="first bullet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>
            <a:lvl1pPr marL="482600" indent="-482600">
              <a:buSzPct val="123000"/>
              <a:buChar char="•"/>
            </a:lvl1pPr>
          </a:lstStyle>
          <a:p>
            <a:pPr/>
            <a:r>
              <a:t>first bullet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5">
            <a:hueOff val="-152895"/>
            <a:lumOff val="12368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wrapped title keeps all of its lines in this fixed frame"/>
          <p:cNvSpPr txBox="1"/>
          <p:nvPr>
            <p:ph type="title" idx="4294967295"/>
          </p:nvPr>
        </p:nvSpPr>
        <p:spPr>
          <a:xfrm>
            <a:off x="698500" y="1854200"/>
            <a:ext cx="11609057" cy="3302000"/>
          </a:xfrm>
          <a:prstGeom prst="rect">
            <a:avLst/>
          </a:prstGeom>
        </p:spPr>
        <p:txBody>
          <a:bodyPr anchor="b"/>
          <a:lstStyle>
            <a:lvl1pPr defTabSz="256031">
              <a:lnSpc>
                <a:spcPct val="100000"/>
              </a:lnSpc>
              <a:defRPr b="0" spc="0" sz="84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wrapped title keeps all of its lines in this fixed frame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1">
            <a:lumOff val="16847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hello keynote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b="0" spc="0" sz="150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hello keynote</a:t>
            </a:r>
          </a:p>
        </p:txBody>
      </p:sp>
      <p:sp>
        <p:nvSpPr>
          <p:cNvPr id="669" name="first bullet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>
            <a:lvl1pPr marL="482600" indent="-482600">
              <a:buSzPct val="123000"/>
              <a:buChar char="•"/>
            </a:lvl1pPr>
          </a:lstStyle>
          <a:p>
            <a:pPr/>
            <a:r>
              <a:t>first bullet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5">
            <a:hueOff val="-152895"/>
            <a:lumOff val="12368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wrapped title keeps all of its lines in this fixed frame"/>
          <p:cNvSpPr txBox="1"/>
          <p:nvPr>
            <p:ph type="title" idx="4294967295"/>
          </p:nvPr>
        </p:nvSpPr>
        <p:spPr>
          <a:xfrm>
            <a:off x="698500" y="1854200"/>
            <a:ext cx="11609057" cy="3302000"/>
          </a:xfrm>
          <a:prstGeom prst="rect">
            <a:avLst/>
          </a:prstGeom>
        </p:spPr>
        <p:txBody>
          <a:bodyPr anchor="b"/>
          <a:lstStyle>
            <a:lvl1pPr defTabSz="256031">
              <a:lnSpc>
                <a:spcPct val="100000"/>
              </a:lnSpc>
              <a:defRPr b="0" spc="0" sz="84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wrapped title keeps all of its lines in this fixed frame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1">
            <a:lumOff val="16847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hello keynote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b="0" spc="0" sz="150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hello keynote</a:t>
            </a:r>
          </a:p>
        </p:txBody>
      </p:sp>
      <p:sp>
        <p:nvSpPr>
          <p:cNvPr id="676" name="first bullet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>
            <a:lvl1pPr marL="482600" indent="-482600">
              <a:buSzPct val="123000"/>
              <a:buChar char="•"/>
            </a:lvl1pPr>
          </a:lstStyle>
          <a:p>
            <a:pPr/>
            <a:r>
              <a:t>first bullet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5">
            <a:hueOff val="-152895"/>
            <a:lumOff val="12368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wrapped title keeps all of its lines in this fixed frame"/>
          <p:cNvSpPr txBox="1"/>
          <p:nvPr>
            <p:ph type="title" idx="4294967295"/>
          </p:nvPr>
        </p:nvSpPr>
        <p:spPr>
          <a:xfrm>
            <a:off x="698500" y="1854200"/>
            <a:ext cx="11609057" cy="3302000"/>
          </a:xfrm>
          <a:prstGeom prst="rect">
            <a:avLst/>
          </a:prstGeom>
        </p:spPr>
        <p:txBody>
          <a:bodyPr anchor="b"/>
          <a:lstStyle>
            <a:lvl1pPr defTabSz="256031">
              <a:lnSpc>
                <a:spcPct val="100000"/>
              </a:lnSpc>
              <a:defRPr b="0" spc="0" sz="84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wrapped title keeps all of its lines in this fixed frame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1">
            <a:lumOff val="16847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hello keynote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b="0" spc="0" sz="150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hello keynote</a:t>
            </a:r>
          </a:p>
        </p:txBody>
      </p:sp>
      <p:sp>
        <p:nvSpPr>
          <p:cNvPr id="683" name="first bullet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>
            <a:lvl1pPr marL="482600" indent="-482600">
              <a:buSzPct val="123000"/>
              <a:buChar char="•"/>
            </a:lvl1pPr>
          </a:lstStyle>
          <a:p>
            <a:pPr/>
            <a:r>
              <a:t>first bullet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5">
            <a:hueOff val="-152895"/>
            <a:lumOff val="12368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wrapped title keeps all of its lines in this fixed frame"/>
          <p:cNvSpPr txBox="1"/>
          <p:nvPr>
            <p:ph type="title" idx="4294967295"/>
          </p:nvPr>
        </p:nvSpPr>
        <p:spPr>
          <a:xfrm>
            <a:off x="698500" y="1854200"/>
            <a:ext cx="11609057" cy="3302000"/>
          </a:xfrm>
          <a:prstGeom prst="rect">
            <a:avLst/>
          </a:prstGeom>
        </p:spPr>
        <p:txBody>
          <a:bodyPr anchor="b"/>
          <a:lstStyle>
            <a:lvl1pPr defTabSz="256031">
              <a:lnSpc>
                <a:spcPct val="100000"/>
              </a:lnSpc>
              <a:defRPr b="0" spc="0" sz="84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wrapped title keeps all of its lines in this fixed frame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1">
            <a:lumOff val="16847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hello keynote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b="0" spc="0" sz="150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hello keynote</a:t>
            </a:r>
          </a:p>
        </p:txBody>
      </p:sp>
      <p:sp>
        <p:nvSpPr>
          <p:cNvPr id="690" name="first bullet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>
            <a:lvl1pPr marL="482600" indent="-482600">
              <a:buSzPct val="123000"/>
              <a:buChar char="•"/>
            </a:lvl1pPr>
          </a:lstStyle>
          <a:p>
            <a:pPr/>
            <a:r>
              <a:t>first bullet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5">
            <a:hueOff val="-152895"/>
            <a:lumOff val="12368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wrapped title keeps all of its lines in this fixed frame"/>
          <p:cNvSpPr txBox="1"/>
          <p:nvPr>
            <p:ph type="title" idx="4294967295"/>
          </p:nvPr>
        </p:nvSpPr>
        <p:spPr>
          <a:xfrm>
            <a:off x="698500" y="1854200"/>
            <a:ext cx="11609057" cy="3302000"/>
          </a:xfrm>
          <a:prstGeom prst="rect">
            <a:avLst/>
          </a:prstGeom>
        </p:spPr>
        <p:txBody>
          <a:bodyPr anchor="b"/>
          <a:lstStyle>
            <a:lvl1pPr defTabSz="256031">
              <a:lnSpc>
                <a:spcPct val="100000"/>
              </a:lnSpc>
              <a:defRPr b="0" spc="0" sz="84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wrapped title keeps all of its lines in this fixed frame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1">
            <a:lumOff val="16847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hello keynote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b="0" spc="0" sz="150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hello keynote</a:t>
            </a:r>
          </a:p>
        </p:txBody>
      </p:sp>
      <p:sp>
        <p:nvSpPr>
          <p:cNvPr id="697" name="first bullet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>
            <a:lvl1pPr marL="482600" indent="-482600">
              <a:buSzPct val="123000"/>
              <a:buChar char="•"/>
            </a:lvl1pPr>
          </a:lstStyle>
          <a:p>
            <a:pPr/>
            <a:r>
              <a:t>first bullet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5">
            <a:hueOff val="-152895"/>
            <a:lumOff val="12368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wrapped title keeps all of its lines in this fixed frame"/>
          <p:cNvSpPr txBox="1"/>
          <p:nvPr>
            <p:ph type="title" idx="4294967295"/>
          </p:nvPr>
        </p:nvSpPr>
        <p:spPr>
          <a:xfrm>
            <a:off x="698500" y="1854200"/>
            <a:ext cx="11609057" cy="3302000"/>
          </a:xfrm>
          <a:prstGeom prst="rect">
            <a:avLst/>
          </a:prstGeom>
        </p:spPr>
        <p:txBody>
          <a:bodyPr anchor="b"/>
          <a:lstStyle>
            <a:lvl1pPr defTabSz="256031">
              <a:lnSpc>
                <a:spcPct val="100000"/>
              </a:lnSpc>
              <a:defRPr b="0" spc="0" sz="84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wrapped title keeps all of its lines in this fixed frame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1">
            <a:lumOff val="16847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hello keynote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b="0" spc="0" sz="150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hello keynote</a:t>
            </a:r>
          </a:p>
        </p:txBody>
      </p:sp>
      <p:sp>
        <p:nvSpPr>
          <p:cNvPr id="704" name="first bullet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>
            <a:lvl1pPr marL="482600" indent="-482600">
              <a:buSzPct val="123000"/>
              <a:buChar char="•"/>
            </a:lvl1pPr>
          </a:lstStyle>
          <a:p>
            <a:pPr/>
            <a:r>
              <a:t>first bullet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5">
            <a:hueOff val="-152895"/>
            <a:lumOff val="12368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wrapped title keeps all of its lines in this fixed frame"/>
          <p:cNvSpPr txBox="1"/>
          <p:nvPr>
            <p:ph type="title" idx="4294967295"/>
          </p:nvPr>
        </p:nvSpPr>
        <p:spPr>
          <a:xfrm>
            <a:off x="698500" y="1854200"/>
            <a:ext cx="11609057" cy="3302000"/>
          </a:xfrm>
          <a:prstGeom prst="rect">
            <a:avLst/>
          </a:prstGeom>
        </p:spPr>
        <p:txBody>
          <a:bodyPr anchor="b"/>
          <a:lstStyle>
            <a:lvl1pPr defTabSz="256031">
              <a:lnSpc>
                <a:spcPct val="100000"/>
              </a:lnSpc>
              <a:defRPr b="0" spc="0" sz="84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wrapped title keeps all of its lines in this fixed frame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1">
            <a:lumOff val="16847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hello keynote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b="0" spc="0" sz="150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hello keynote</a:t>
            </a:r>
          </a:p>
        </p:txBody>
      </p:sp>
      <p:sp>
        <p:nvSpPr>
          <p:cNvPr id="711" name="first bullet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>
            <a:lvl1pPr marL="482600" indent="-482600">
              <a:buSzPct val="123000"/>
              <a:buChar char="•"/>
            </a:lvl1pPr>
          </a:lstStyle>
          <a:p>
            <a:pPr/>
            <a:r>
              <a:t>first bullet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5">
            <a:hueOff val="-152895"/>
            <a:lumOff val="12368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wrapped title keeps all of its lines in this fixed frame"/>
          <p:cNvSpPr txBox="1"/>
          <p:nvPr>
            <p:ph type="title" idx="4294967295"/>
          </p:nvPr>
        </p:nvSpPr>
        <p:spPr>
          <a:xfrm>
            <a:off x="698500" y="1854200"/>
            <a:ext cx="11609057" cy="3302000"/>
          </a:xfrm>
          <a:prstGeom prst="rect">
            <a:avLst/>
          </a:prstGeom>
        </p:spPr>
        <p:txBody>
          <a:bodyPr anchor="b"/>
          <a:lstStyle>
            <a:lvl1pPr defTabSz="256031">
              <a:lnSpc>
                <a:spcPct val="100000"/>
              </a:lnSpc>
              <a:defRPr b="0" spc="0" sz="84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wrapped title keeps all of its lines in this fixed frame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1">
            <a:lumOff val="16847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hello keynote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b="0" spc="0" sz="150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hello keynote</a:t>
            </a:r>
          </a:p>
        </p:txBody>
      </p:sp>
      <p:sp>
        <p:nvSpPr>
          <p:cNvPr id="718" name="first bullet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>
            <a:lvl1pPr marL="482600" indent="-482600">
              <a:buSzPct val="123000"/>
              <a:buChar char="•"/>
            </a:lvl1pPr>
          </a:lstStyle>
          <a:p>
            <a:pPr/>
            <a:r>
              <a:t>first bullet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5">
            <a:hueOff val="-152895"/>
            <a:lumOff val="12368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wrapped title keeps all of its lines in this fixed frame"/>
          <p:cNvSpPr txBox="1"/>
          <p:nvPr>
            <p:ph type="title" idx="4294967295"/>
          </p:nvPr>
        </p:nvSpPr>
        <p:spPr>
          <a:xfrm>
            <a:off x="698500" y="1854200"/>
            <a:ext cx="11609057" cy="3302000"/>
          </a:xfrm>
          <a:prstGeom prst="rect">
            <a:avLst/>
          </a:prstGeom>
        </p:spPr>
        <p:txBody>
          <a:bodyPr anchor="b"/>
          <a:lstStyle>
            <a:lvl1pPr defTabSz="256031">
              <a:lnSpc>
                <a:spcPct val="100000"/>
              </a:lnSpc>
              <a:defRPr b="0" spc="0" sz="84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wrapped title keeps all of its lines in this fixed frame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1">
            <a:lumOff val="16847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hello keynote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b="0" spc="0" sz="150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hello keynote</a:t>
            </a:r>
          </a:p>
        </p:txBody>
      </p:sp>
      <p:sp>
        <p:nvSpPr>
          <p:cNvPr id="725" name="first bullet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>
            <a:lvl1pPr marL="482600" indent="-482600">
              <a:buSzPct val="123000"/>
              <a:buChar char="•"/>
            </a:lvl1pPr>
          </a:lstStyle>
          <a:p>
            <a:pPr/>
            <a:r>
              <a:t>first bullet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5">
            <a:hueOff val="-152895"/>
            <a:lumOff val="12368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wrapped title keeps all of its lines in this fixed frame"/>
          <p:cNvSpPr txBox="1"/>
          <p:nvPr>
            <p:ph type="title" idx="4294967295"/>
          </p:nvPr>
        </p:nvSpPr>
        <p:spPr>
          <a:xfrm>
            <a:off x="698500" y="1854200"/>
            <a:ext cx="11609057" cy="3302000"/>
          </a:xfrm>
          <a:prstGeom prst="rect">
            <a:avLst/>
          </a:prstGeom>
        </p:spPr>
        <p:txBody>
          <a:bodyPr anchor="b"/>
          <a:lstStyle>
            <a:lvl1pPr defTabSz="256031">
              <a:lnSpc>
                <a:spcPct val="100000"/>
              </a:lnSpc>
              <a:defRPr b="0" spc="0" sz="84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wrapped title keeps all of its lines in this fixed frame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1">
            <a:lumOff val="16847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hello keynote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b="0" spc="0" sz="150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hello keynote</a:t>
            </a:r>
          </a:p>
        </p:txBody>
      </p:sp>
      <p:sp>
        <p:nvSpPr>
          <p:cNvPr id="732" name="first bullet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>
            <a:lvl1pPr marL="482600" indent="-482600">
              <a:buSzPct val="123000"/>
              <a:buChar char="•"/>
            </a:lvl1pPr>
          </a:lstStyle>
          <a:p>
            <a:pPr/>
            <a:r>
              <a:t>first bullet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5">
            <a:hueOff val="-152895"/>
            <a:lumOff val="12368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wrapped title keeps all of its lines in this fixed frame"/>
          <p:cNvSpPr txBox="1"/>
          <p:nvPr>
            <p:ph type="title" idx="4294967295"/>
          </p:nvPr>
        </p:nvSpPr>
        <p:spPr>
          <a:xfrm>
            <a:off x="698500" y="1854200"/>
            <a:ext cx="11609057" cy="3302000"/>
          </a:xfrm>
          <a:prstGeom prst="rect">
            <a:avLst/>
          </a:prstGeom>
        </p:spPr>
        <p:txBody>
          <a:bodyPr anchor="b"/>
          <a:lstStyle>
            <a:lvl1pPr defTabSz="256031">
              <a:lnSpc>
                <a:spcPct val="100000"/>
              </a:lnSpc>
              <a:defRPr b="0" spc="0" sz="84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wrapped title keeps all of its lines in this fixed frame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1">
            <a:lumOff val="16847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hello keynote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b="0" spc="0" sz="150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hello keynote</a:t>
            </a:r>
          </a:p>
        </p:txBody>
      </p:sp>
      <p:sp>
        <p:nvSpPr>
          <p:cNvPr id="739" name="first bullet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>
            <a:lvl1pPr marL="482600" indent="-482600">
              <a:buSzPct val="123000"/>
              <a:buChar char="•"/>
            </a:lvl1pPr>
          </a:lstStyle>
          <a:p>
            <a:pPr/>
            <a:r>
              <a:t>first bullet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5">
            <a:hueOff val="-152895"/>
            <a:lumOff val="12368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wrapped title keeps all of its lines in this fixed frame"/>
          <p:cNvSpPr txBox="1"/>
          <p:nvPr>
            <p:ph type="title" idx="4294967295"/>
          </p:nvPr>
        </p:nvSpPr>
        <p:spPr>
          <a:xfrm>
            <a:off x="698500" y="1854200"/>
            <a:ext cx="11609057" cy="3302000"/>
          </a:xfrm>
          <a:prstGeom prst="rect">
            <a:avLst/>
          </a:prstGeom>
        </p:spPr>
        <p:txBody>
          <a:bodyPr anchor="b"/>
          <a:lstStyle>
            <a:lvl1pPr defTabSz="256031">
              <a:lnSpc>
                <a:spcPct val="100000"/>
              </a:lnSpc>
              <a:defRPr b="0" spc="0" sz="84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wrapped title keeps all of its lines in this fixed frame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1">
            <a:lumOff val="16847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hello keynote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b="0" spc="0" sz="150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hello keynote</a:t>
            </a:r>
          </a:p>
        </p:txBody>
      </p:sp>
      <p:sp>
        <p:nvSpPr>
          <p:cNvPr id="746" name="first bullet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>
            <a:lvl1pPr marL="482600" indent="-482600">
              <a:buSzPct val="123000"/>
              <a:buChar char="•"/>
            </a:lvl1pPr>
          </a:lstStyle>
          <a:p>
            <a:pPr/>
            <a:r>
              <a:t>first bullet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5">
            <a:hueOff val="-152895"/>
            <a:lumOff val="12368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wrapped title keeps all of its lines in this fixed frame"/>
          <p:cNvSpPr txBox="1"/>
          <p:nvPr>
            <p:ph type="title" idx="4294967295"/>
          </p:nvPr>
        </p:nvSpPr>
        <p:spPr>
          <a:xfrm>
            <a:off x="698500" y="1854200"/>
            <a:ext cx="11609057" cy="3302000"/>
          </a:xfrm>
          <a:prstGeom prst="rect">
            <a:avLst/>
          </a:prstGeom>
        </p:spPr>
        <p:txBody>
          <a:bodyPr anchor="b"/>
          <a:lstStyle>
            <a:lvl1pPr defTabSz="256031">
              <a:lnSpc>
                <a:spcPct val="100000"/>
              </a:lnSpc>
              <a:defRPr b="0" spc="0" sz="84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wrapped title keeps all of its lines in this fixed frame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1">
            <a:lumOff val="16847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hello keynote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b="0" spc="0" sz="150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hello keynote</a:t>
            </a:r>
          </a:p>
        </p:txBody>
      </p:sp>
      <p:sp>
        <p:nvSpPr>
          <p:cNvPr id="753" name="first bullet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>
            <a:lvl1pPr marL="482600" indent="-482600">
              <a:buSzPct val="123000"/>
              <a:buChar char="•"/>
            </a:lvl1pPr>
          </a:lstStyle>
          <a:p>
            <a:pPr/>
            <a:r>
              <a:t>first bullet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5">
            <a:hueOff val="-152895"/>
            <a:lumOff val="12368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wrapped title keeps all of its lines in this fixed frame"/>
          <p:cNvSpPr txBox="1"/>
          <p:nvPr>
            <p:ph type="title" idx="4294967295"/>
          </p:nvPr>
        </p:nvSpPr>
        <p:spPr>
          <a:xfrm>
            <a:off x="698500" y="1854200"/>
            <a:ext cx="11609057" cy="3302000"/>
          </a:xfrm>
          <a:prstGeom prst="rect">
            <a:avLst/>
          </a:prstGeom>
        </p:spPr>
        <p:txBody>
          <a:bodyPr anchor="b"/>
          <a:lstStyle>
            <a:lvl1pPr defTabSz="256031">
              <a:lnSpc>
                <a:spcPct val="100000"/>
              </a:lnSpc>
              <a:defRPr b="0" spc="0" sz="84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wrapped title keeps all of its lines in this fixed frame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1">
            <a:lumOff val="16847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hello keynote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b="0" spc="0" sz="150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hello keynote</a:t>
            </a:r>
          </a:p>
        </p:txBody>
      </p:sp>
      <p:sp>
        <p:nvSpPr>
          <p:cNvPr id="760" name="first bullet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>
            <a:lvl1pPr marL="482600" indent="-482600">
              <a:buSzPct val="123000"/>
              <a:buChar char="•"/>
            </a:lvl1pPr>
          </a:lstStyle>
          <a:p>
            <a:pPr/>
            <a:r>
              <a:t>first bullet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5">
            <a:hueOff val="-152895"/>
            <a:lumOff val="12368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wrapped title keeps all of its lines in this fixed frame"/>
          <p:cNvSpPr txBox="1"/>
          <p:nvPr>
            <p:ph type="title" idx="4294967295"/>
          </p:nvPr>
        </p:nvSpPr>
        <p:spPr>
          <a:xfrm>
            <a:off x="698500" y="1854200"/>
            <a:ext cx="11609057" cy="3302000"/>
          </a:xfrm>
          <a:prstGeom prst="rect">
            <a:avLst/>
          </a:prstGeom>
        </p:spPr>
        <p:txBody>
          <a:bodyPr anchor="b"/>
          <a:lstStyle>
            <a:lvl1pPr defTabSz="256031">
              <a:lnSpc>
                <a:spcPct val="100000"/>
              </a:lnSpc>
              <a:defRPr b="0" spc="0" sz="84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wrapped title keeps all of its lines in this fixed frame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1">
            <a:lumOff val="16847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hello keynote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b="0" spc="0" sz="150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hello keynote</a:t>
            </a:r>
          </a:p>
        </p:txBody>
      </p:sp>
      <p:sp>
        <p:nvSpPr>
          <p:cNvPr id="767" name="first bullet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>
            <a:lvl1pPr marL="482600" indent="-482600">
              <a:buSzPct val="123000"/>
              <a:buChar char="•"/>
            </a:lvl1pPr>
          </a:lstStyle>
          <a:p>
            <a:pPr/>
            <a:r>
              <a:t>first bullet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5">
            <a:hueOff val="-152895"/>
            <a:lumOff val="12368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wrapped title keeps all of its lines in this fixed frame"/>
          <p:cNvSpPr txBox="1"/>
          <p:nvPr>
            <p:ph type="title" idx="4294967295"/>
          </p:nvPr>
        </p:nvSpPr>
        <p:spPr>
          <a:xfrm>
            <a:off x="698500" y="1854200"/>
            <a:ext cx="11609057" cy="3302000"/>
          </a:xfrm>
          <a:prstGeom prst="rect">
            <a:avLst/>
          </a:prstGeom>
        </p:spPr>
        <p:txBody>
          <a:bodyPr anchor="b"/>
          <a:lstStyle>
            <a:lvl1pPr defTabSz="256031">
              <a:lnSpc>
                <a:spcPct val="100000"/>
              </a:lnSpc>
              <a:defRPr b="0" spc="0" sz="84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wrapped title keeps all of its lines in this fixed frame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1">
            <a:lumOff val="16847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hello keynote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b="0" spc="0" sz="150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hello keynote</a:t>
            </a:r>
          </a:p>
        </p:txBody>
      </p:sp>
      <p:sp>
        <p:nvSpPr>
          <p:cNvPr id="774" name="first bullet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>
            <a:lvl1pPr marL="482600" indent="-482600">
              <a:buSzPct val="123000"/>
              <a:buChar char="•"/>
            </a:lvl1pPr>
          </a:lstStyle>
          <a:p>
            <a:pPr/>
            <a:r>
              <a:t>first bullet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5">
            <a:hueOff val="-152895"/>
            <a:lumOff val="12368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wrapped title keeps all of its lines in this fixed frame"/>
          <p:cNvSpPr txBox="1"/>
          <p:nvPr>
            <p:ph type="title" idx="4294967295"/>
          </p:nvPr>
        </p:nvSpPr>
        <p:spPr>
          <a:xfrm>
            <a:off x="698500" y="1854200"/>
            <a:ext cx="11609057" cy="3302000"/>
          </a:xfrm>
          <a:prstGeom prst="rect">
            <a:avLst/>
          </a:prstGeom>
        </p:spPr>
        <p:txBody>
          <a:bodyPr anchor="b"/>
          <a:lstStyle>
            <a:lvl1pPr defTabSz="256031">
              <a:lnSpc>
                <a:spcPct val="100000"/>
              </a:lnSpc>
              <a:defRPr b="0" spc="0" sz="84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wrapped title keeps all of its lines in this fixed frame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1">
            <a:lumOff val="16847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hello keynote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b="0" spc="0" sz="150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hello keynote</a:t>
            </a:r>
          </a:p>
        </p:txBody>
      </p:sp>
      <p:sp>
        <p:nvSpPr>
          <p:cNvPr id="781" name="first bullet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>
            <a:lvl1pPr marL="482600" indent="-482600">
              <a:buSzPct val="123000"/>
              <a:buChar char="•"/>
            </a:lvl1pPr>
          </a:lstStyle>
          <a:p>
            <a:pPr/>
            <a:r>
              <a:t>first bullet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5">
            <a:hueOff val="-152895"/>
            <a:lumOff val="12368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wrapped title keeps all of its lines in this fixed frame"/>
          <p:cNvSpPr txBox="1"/>
          <p:nvPr>
            <p:ph type="title" idx="4294967295"/>
          </p:nvPr>
        </p:nvSpPr>
        <p:spPr>
          <a:xfrm>
            <a:off x="698500" y="1854200"/>
            <a:ext cx="11609057" cy="3302000"/>
          </a:xfrm>
          <a:prstGeom prst="rect">
            <a:avLst/>
          </a:prstGeom>
        </p:spPr>
        <p:txBody>
          <a:bodyPr anchor="b"/>
          <a:lstStyle>
            <a:lvl1pPr defTabSz="256031">
              <a:lnSpc>
                <a:spcPct val="100000"/>
              </a:lnSpc>
              <a:defRPr b="0" spc="0" sz="84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wrapped title keeps all of its lines in this fixed frame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1">
            <a:lumOff val="16847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hello keynote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b="0" spc="0" sz="150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hello keynote</a:t>
            </a:r>
          </a:p>
        </p:txBody>
      </p:sp>
      <p:sp>
        <p:nvSpPr>
          <p:cNvPr id="788" name="first bullet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>
            <a:lvl1pPr marL="482600" indent="-482600">
              <a:buSzPct val="123000"/>
              <a:buChar char="•"/>
            </a:lvl1pPr>
          </a:lstStyle>
          <a:p>
            <a:pPr/>
            <a:r>
              <a:t>first bullet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5">
            <a:hueOff val="-152895"/>
            <a:lumOff val="12368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wrapped title keeps all of its lines in this fixed frame"/>
          <p:cNvSpPr txBox="1"/>
          <p:nvPr>
            <p:ph type="title" idx="4294967295"/>
          </p:nvPr>
        </p:nvSpPr>
        <p:spPr>
          <a:xfrm>
            <a:off x="698500" y="1854200"/>
            <a:ext cx="11609057" cy="3302000"/>
          </a:xfrm>
          <a:prstGeom prst="rect">
            <a:avLst/>
          </a:prstGeom>
        </p:spPr>
        <p:txBody>
          <a:bodyPr anchor="b"/>
          <a:lstStyle>
            <a:lvl1pPr defTabSz="256031">
              <a:lnSpc>
                <a:spcPct val="100000"/>
              </a:lnSpc>
              <a:defRPr b="0" spc="0" sz="84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wrapped title keeps all of its lines in this fixed frame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1">
            <a:lumOff val="16847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hello keynote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b="0" spc="0" sz="150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hello keynote</a:t>
            </a:r>
          </a:p>
        </p:txBody>
      </p:sp>
      <p:sp>
        <p:nvSpPr>
          <p:cNvPr id="795" name="first bullet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>
            <a:lvl1pPr marL="482600" indent="-482600">
              <a:buSzPct val="123000"/>
              <a:buChar char="•"/>
            </a:lvl1pPr>
          </a:lstStyle>
          <a:p>
            <a:pPr/>
            <a:r>
              <a:t>first bullet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5">
            <a:hueOff val="-152895"/>
            <a:lumOff val="12368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7" name="wrapped title keeps all of its lines in this fixed frame"/>
          <p:cNvSpPr txBox="1"/>
          <p:nvPr>
            <p:ph type="title" idx="4294967295"/>
          </p:nvPr>
        </p:nvSpPr>
        <p:spPr>
          <a:xfrm>
            <a:off x="698500" y="1854200"/>
            <a:ext cx="11609057" cy="3302000"/>
          </a:xfrm>
          <a:prstGeom prst="rect">
            <a:avLst/>
          </a:prstGeom>
        </p:spPr>
        <p:txBody>
          <a:bodyPr anchor="b"/>
          <a:lstStyle>
            <a:lvl1pPr defTabSz="256031">
              <a:lnSpc>
                <a:spcPct val="100000"/>
              </a:lnSpc>
              <a:defRPr b="0" spc="0" sz="84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wrapped title keeps all of its lines in this fixed frame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1">
            <a:lumOff val="16847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hello keynote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b="0" spc="0" sz="150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hello keynote</a:t>
            </a:r>
          </a:p>
        </p:txBody>
      </p:sp>
      <p:sp>
        <p:nvSpPr>
          <p:cNvPr id="802" name="first bullet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>
            <a:lvl1pPr marL="482600" indent="-482600">
              <a:buSzPct val="123000"/>
              <a:buChar char="•"/>
            </a:lvl1pPr>
          </a:lstStyle>
          <a:p>
            <a:pPr/>
            <a:r>
              <a:t>first bullet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5">
            <a:hueOff val="-152895"/>
            <a:lumOff val="12368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wrapped title keeps all of its lines in this fixed frame"/>
          <p:cNvSpPr txBox="1"/>
          <p:nvPr>
            <p:ph type="title" idx="4294967295"/>
          </p:nvPr>
        </p:nvSpPr>
        <p:spPr>
          <a:xfrm>
            <a:off x="698500" y="1854200"/>
            <a:ext cx="11609057" cy="3302000"/>
          </a:xfrm>
          <a:prstGeom prst="rect">
            <a:avLst/>
          </a:prstGeom>
        </p:spPr>
        <p:txBody>
          <a:bodyPr anchor="b"/>
          <a:lstStyle>
            <a:lvl1pPr defTabSz="256031">
              <a:lnSpc>
                <a:spcPct val="100000"/>
              </a:lnSpc>
              <a:defRPr b="0" spc="0" sz="84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wrapped title keeps all of its lines in this fixed frame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1">
            <a:lumOff val="16847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" name="hello keynote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b="0" spc="0" sz="150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hello keynote</a:t>
            </a:r>
          </a:p>
        </p:txBody>
      </p:sp>
      <p:sp>
        <p:nvSpPr>
          <p:cNvPr id="809" name="first bullet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>
            <a:lvl1pPr marL="482600" indent="-482600">
              <a:buSzPct val="123000"/>
              <a:buChar char="•"/>
            </a:lvl1pPr>
          </a:lstStyle>
          <a:p>
            <a:pPr/>
            <a:r>
              <a:t>first bullet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5">
            <a:hueOff val="-152895"/>
            <a:lumOff val="12368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wrapped title keeps all of its lines in this fixed frame"/>
          <p:cNvSpPr txBox="1"/>
          <p:nvPr>
            <p:ph type="title" idx="4294967295"/>
          </p:nvPr>
        </p:nvSpPr>
        <p:spPr>
          <a:xfrm>
            <a:off x="698500" y="1854200"/>
            <a:ext cx="11609057" cy="3302000"/>
          </a:xfrm>
          <a:prstGeom prst="rect">
            <a:avLst/>
          </a:prstGeom>
        </p:spPr>
        <p:txBody>
          <a:bodyPr anchor="b"/>
          <a:lstStyle>
            <a:lvl1pPr defTabSz="256031">
              <a:lnSpc>
                <a:spcPct val="100000"/>
              </a:lnSpc>
              <a:defRPr b="0" spc="0" sz="84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wrapped title keeps all of its lines in this fixed frame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1">
            <a:lumOff val="16847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hello keynote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b="0" spc="0" sz="150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hello keynote</a:t>
            </a:r>
          </a:p>
        </p:txBody>
      </p:sp>
      <p:sp>
        <p:nvSpPr>
          <p:cNvPr id="816" name="first bullet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>
            <a:lvl1pPr marL="482600" indent="-482600">
              <a:buSzPct val="123000"/>
              <a:buChar char="•"/>
            </a:lvl1pPr>
          </a:lstStyle>
          <a:p>
            <a:pPr/>
            <a:r>
              <a:t>first bullet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5">
            <a:hueOff val="-152895"/>
            <a:lumOff val="12368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wrapped title keeps all of its lines in this fixed frame"/>
          <p:cNvSpPr txBox="1"/>
          <p:nvPr>
            <p:ph type="title" idx="4294967295"/>
          </p:nvPr>
        </p:nvSpPr>
        <p:spPr>
          <a:xfrm>
            <a:off x="698500" y="1854200"/>
            <a:ext cx="11609057" cy="3302000"/>
          </a:xfrm>
          <a:prstGeom prst="rect">
            <a:avLst/>
          </a:prstGeom>
        </p:spPr>
        <p:txBody>
          <a:bodyPr anchor="b"/>
          <a:lstStyle>
            <a:lvl1pPr defTabSz="256031">
              <a:lnSpc>
                <a:spcPct val="100000"/>
              </a:lnSpc>
              <a:defRPr b="0" spc="0" sz="84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wrapped title keeps all of its lines in this fixed frame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1">
            <a:lumOff val="16847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hello keynote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b="0" spc="0" sz="150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hello keynote</a:t>
            </a:r>
          </a:p>
        </p:txBody>
      </p:sp>
      <p:sp>
        <p:nvSpPr>
          <p:cNvPr id="823" name="first bullet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>
            <a:lvl1pPr marL="482600" indent="-482600">
              <a:buSzPct val="123000"/>
              <a:buChar char="•"/>
            </a:lvl1pPr>
          </a:lstStyle>
          <a:p>
            <a:pPr/>
            <a:r>
              <a:t>first bullet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5">
            <a:hueOff val="-152895"/>
            <a:lumOff val="12368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5" name="wrapped title keeps all of its lines in this fixed frame"/>
          <p:cNvSpPr txBox="1"/>
          <p:nvPr>
            <p:ph type="title" idx="4294967295"/>
          </p:nvPr>
        </p:nvSpPr>
        <p:spPr>
          <a:xfrm>
            <a:off x="698500" y="1854200"/>
            <a:ext cx="11609057" cy="3302000"/>
          </a:xfrm>
          <a:prstGeom prst="rect">
            <a:avLst/>
          </a:prstGeom>
        </p:spPr>
        <p:txBody>
          <a:bodyPr anchor="b"/>
          <a:lstStyle>
            <a:lvl1pPr defTabSz="256031">
              <a:lnSpc>
                <a:spcPct val="100000"/>
              </a:lnSpc>
              <a:defRPr b="0" spc="0" sz="84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wrapped title keeps all of its lines in this fixed frame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1">
            <a:lumOff val="16847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" name="hello keynote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b="0" spc="0" sz="150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hello keynote</a:t>
            </a:r>
          </a:p>
        </p:txBody>
      </p:sp>
      <p:sp>
        <p:nvSpPr>
          <p:cNvPr id="830" name="first bullet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>
            <a:lvl1pPr marL="482600" indent="-482600">
              <a:buSzPct val="123000"/>
              <a:buChar char="•"/>
            </a:lvl1pPr>
          </a:lstStyle>
          <a:p>
            <a:pPr/>
            <a:r>
              <a:t>first bullet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5">
            <a:hueOff val="-152895"/>
            <a:lumOff val="12368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wrapped title keeps all of its lines in this fixed frame"/>
          <p:cNvSpPr txBox="1"/>
          <p:nvPr>
            <p:ph type="title" idx="4294967295"/>
          </p:nvPr>
        </p:nvSpPr>
        <p:spPr>
          <a:xfrm>
            <a:off x="698500" y="1854200"/>
            <a:ext cx="11609057" cy="3302000"/>
          </a:xfrm>
          <a:prstGeom prst="rect">
            <a:avLst/>
          </a:prstGeom>
        </p:spPr>
        <p:txBody>
          <a:bodyPr anchor="b"/>
          <a:lstStyle>
            <a:lvl1pPr defTabSz="256031">
              <a:lnSpc>
                <a:spcPct val="100000"/>
              </a:lnSpc>
              <a:defRPr b="0" spc="0" sz="84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wrapped title keeps all of its lines in this fixed frame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1">
            <a:lumOff val="16847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hello keynote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b="0" spc="0" sz="150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hello keynote</a:t>
            </a:r>
          </a:p>
        </p:txBody>
      </p:sp>
      <p:sp>
        <p:nvSpPr>
          <p:cNvPr id="837" name="first bullet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>
            <a:lvl1pPr marL="482600" indent="-482600">
              <a:buSzPct val="123000"/>
              <a:buChar char="•"/>
            </a:lvl1pPr>
          </a:lstStyle>
          <a:p>
            <a:pPr/>
            <a:r>
              <a:t>first bullet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5">
            <a:hueOff val="-152895"/>
            <a:lumOff val="12368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" name="wrapped title keeps all of its lines in this fixed frame"/>
          <p:cNvSpPr txBox="1"/>
          <p:nvPr>
            <p:ph type="title" idx="4294967295"/>
          </p:nvPr>
        </p:nvSpPr>
        <p:spPr>
          <a:xfrm>
            <a:off x="698500" y="1854200"/>
            <a:ext cx="11609057" cy="3302000"/>
          </a:xfrm>
          <a:prstGeom prst="rect">
            <a:avLst/>
          </a:prstGeom>
        </p:spPr>
        <p:txBody>
          <a:bodyPr anchor="b"/>
          <a:lstStyle>
            <a:lvl1pPr defTabSz="256031">
              <a:lnSpc>
                <a:spcPct val="100000"/>
              </a:lnSpc>
              <a:defRPr b="0" spc="0" sz="84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wrapped title keeps all of its lines in this fixed frame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1">
            <a:lumOff val="16847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" name="hello keynote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b="0" spc="0" sz="150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hello keynote</a:t>
            </a:r>
          </a:p>
        </p:txBody>
      </p:sp>
      <p:sp>
        <p:nvSpPr>
          <p:cNvPr id="844" name="first bullet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>
            <a:lvl1pPr marL="482600" indent="-482600">
              <a:buSzPct val="123000"/>
              <a:buChar char="•"/>
            </a:lvl1pPr>
          </a:lstStyle>
          <a:p>
            <a:pPr/>
            <a:r>
              <a:t>first bullet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5">
            <a:hueOff val="-152895"/>
            <a:lumOff val="12368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" name="wrapped title keeps all of its lines in this fixed frame"/>
          <p:cNvSpPr txBox="1"/>
          <p:nvPr>
            <p:ph type="title" idx="4294967295"/>
          </p:nvPr>
        </p:nvSpPr>
        <p:spPr>
          <a:xfrm>
            <a:off x="698500" y="1854200"/>
            <a:ext cx="11609057" cy="3302000"/>
          </a:xfrm>
          <a:prstGeom prst="rect">
            <a:avLst/>
          </a:prstGeom>
        </p:spPr>
        <p:txBody>
          <a:bodyPr anchor="b"/>
          <a:lstStyle>
            <a:lvl1pPr defTabSz="256031">
              <a:lnSpc>
                <a:spcPct val="100000"/>
              </a:lnSpc>
              <a:defRPr b="0" spc="0" sz="84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wrapped title keeps all of its lines in this fixed frame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1">
            <a:lumOff val="16847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hello keynote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b="0" spc="0" sz="150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hello keynote</a:t>
            </a:r>
          </a:p>
        </p:txBody>
      </p:sp>
      <p:sp>
        <p:nvSpPr>
          <p:cNvPr id="851" name="first bullet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>
            <a:lvl1pPr marL="482600" indent="-482600">
              <a:buSzPct val="123000"/>
              <a:buChar char="•"/>
            </a:lvl1pPr>
          </a:lstStyle>
          <a:p>
            <a:pPr/>
            <a:r>
              <a:t>first bullet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5">
            <a:hueOff val="-152895"/>
            <a:lumOff val="12368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wrapped title keeps all of its lines in this fixed frame"/>
          <p:cNvSpPr txBox="1"/>
          <p:nvPr>
            <p:ph type="title" idx="4294967295"/>
          </p:nvPr>
        </p:nvSpPr>
        <p:spPr>
          <a:xfrm>
            <a:off x="698500" y="1854200"/>
            <a:ext cx="11609057" cy="3302000"/>
          </a:xfrm>
          <a:prstGeom prst="rect">
            <a:avLst/>
          </a:prstGeom>
        </p:spPr>
        <p:txBody>
          <a:bodyPr anchor="b"/>
          <a:lstStyle>
            <a:lvl1pPr defTabSz="256031">
              <a:lnSpc>
                <a:spcPct val="100000"/>
              </a:lnSpc>
              <a:defRPr b="0" spc="0" sz="84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wrapped title keeps all of its lines in this fixed frame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1">
            <a:lumOff val="16847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7" name="hello keynote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b="0" spc="0" sz="150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hello keynote</a:t>
            </a:r>
          </a:p>
        </p:txBody>
      </p:sp>
      <p:sp>
        <p:nvSpPr>
          <p:cNvPr id="858" name="first bullet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>
            <a:lvl1pPr marL="482600" indent="-482600">
              <a:buSzPct val="123000"/>
              <a:buChar char="•"/>
            </a:lvl1pPr>
          </a:lstStyle>
          <a:p>
            <a:pPr/>
            <a:r>
              <a:t>first bullet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5">
            <a:hueOff val="-152895"/>
            <a:lumOff val="12368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wrapped title keeps all of its lines in this fixed frame"/>
          <p:cNvSpPr txBox="1"/>
          <p:nvPr>
            <p:ph type="title" idx="4294967295"/>
          </p:nvPr>
        </p:nvSpPr>
        <p:spPr>
          <a:xfrm>
            <a:off x="698500" y="1854200"/>
            <a:ext cx="11609057" cy="3302000"/>
          </a:xfrm>
          <a:prstGeom prst="rect">
            <a:avLst/>
          </a:prstGeom>
        </p:spPr>
        <p:txBody>
          <a:bodyPr anchor="b"/>
          <a:lstStyle>
            <a:lvl1pPr defTabSz="256031">
              <a:lnSpc>
                <a:spcPct val="100000"/>
              </a:lnSpc>
              <a:defRPr b="0" spc="0" sz="84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wrapped title keeps all of its lines in this fixed frame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1">
            <a:lumOff val="16847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hello keynote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b="0" spc="0" sz="150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hello keynote</a:t>
            </a:r>
          </a:p>
        </p:txBody>
      </p:sp>
      <p:sp>
        <p:nvSpPr>
          <p:cNvPr id="865" name="first bullet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>
            <a:lvl1pPr marL="482600" indent="-482600">
              <a:buSzPct val="123000"/>
              <a:buChar char="•"/>
            </a:lvl1pPr>
          </a:lstStyle>
          <a:p>
            <a:pPr/>
            <a:r>
              <a:t>first bullet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5">
            <a:hueOff val="-152895"/>
            <a:lumOff val="12368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wrapped title keeps all of its lines in this fixed frame"/>
          <p:cNvSpPr txBox="1"/>
          <p:nvPr>
            <p:ph type="title" idx="4294967295"/>
          </p:nvPr>
        </p:nvSpPr>
        <p:spPr>
          <a:xfrm>
            <a:off x="698500" y="1854200"/>
            <a:ext cx="11609057" cy="3302000"/>
          </a:xfrm>
          <a:prstGeom prst="rect">
            <a:avLst/>
          </a:prstGeom>
        </p:spPr>
        <p:txBody>
          <a:bodyPr anchor="b"/>
          <a:lstStyle>
            <a:lvl1pPr defTabSz="256031">
              <a:lnSpc>
                <a:spcPct val="100000"/>
              </a:lnSpc>
              <a:defRPr b="0" spc="0" sz="84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wrapped title keeps all of its lines in this fixed frame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1">
            <a:lumOff val="16847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" name="hello keynote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b="0" spc="0" sz="150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hello keynote</a:t>
            </a:r>
          </a:p>
        </p:txBody>
      </p:sp>
      <p:sp>
        <p:nvSpPr>
          <p:cNvPr id="872" name="first bullet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>
            <a:lvl1pPr marL="482600" indent="-482600">
              <a:buSzPct val="123000"/>
              <a:buChar char="•"/>
            </a:lvl1pPr>
          </a:lstStyle>
          <a:p>
            <a:pPr/>
            <a:r>
              <a:t>first bullet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5">
            <a:hueOff val="-152895"/>
            <a:lumOff val="12368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wrapped title keeps all of its lines in this fixed frame"/>
          <p:cNvSpPr txBox="1"/>
          <p:nvPr>
            <p:ph type="title" idx="4294967295"/>
          </p:nvPr>
        </p:nvSpPr>
        <p:spPr>
          <a:xfrm>
            <a:off x="698500" y="1854200"/>
            <a:ext cx="11609057" cy="3302000"/>
          </a:xfrm>
          <a:prstGeom prst="rect">
            <a:avLst/>
          </a:prstGeom>
        </p:spPr>
        <p:txBody>
          <a:bodyPr anchor="b"/>
          <a:lstStyle>
            <a:lvl1pPr defTabSz="256031">
              <a:lnSpc>
                <a:spcPct val="100000"/>
              </a:lnSpc>
              <a:defRPr b="0" spc="0" sz="84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wrapped title keeps all of its lines in this fixed frame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1">
            <a:lumOff val="16847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" name="hello keynote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b="0" spc="0" sz="150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hello keynote</a:t>
            </a:r>
          </a:p>
        </p:txBody>
      </p:sp>
      <p:sp>
        <p:nvSpPr>
          <p:cNvPr id="879" name="first bullet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>
            <a:lvl1pPr marL="482600" indent="-482600">
              <a:buSzPct val="123000"/>
              <a:buChar char="•"/>
            </a:lvl1pPr>
          </a:lstStyle>
          <a:p>
            <a:pPr/>
            <a:r>
              <a:t>first bullet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0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5">
            <a:hueOff val="-152895"/>
            <a:lumOff val="12368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1" name="wrapped title keeps all of its lines in this fixed frame"/>
          <p:cNvSpPr txBox="1"/>
          <p:nvPr>
            <p:ph type="title" idx="4294967295"/>
          </p:nvPr>
        </p:nvSpPr>
        <p:spPr>
          <a:xfrm>
            <a:off x="698500" y="1854200"/>
            <a:ext cx="11609057" cy="3302000"/>
          </a:xfrm>
          <a:prstGeom prst="rect">
            <a:avLst/>
          </a:prstGeom>
        </p:spPr>
        <p:txBody>
          <a:bodyPr anchor="b"/>
          <a:lstStyle>
            <a:lvl1pPr defTabSz="256031">
              <a:lnSpc>
                <a:spcPct val="100000"/>
              </a:lnSpc>
              <a:defRPr b="0" spc="0" sz="84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wrapped title keeps all of its lines in this fixed frame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0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1">
            <a:lumOff val="16847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hello keynote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b="0" spc="0" sz="150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hello keynote</a:t>
            </a:r>
          </a:p>
        </p:txBody>
      </p:sp>
      <p:sp>
        <p:nvSpPr>
          <p:cNvPr id="886" name="first bullet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>
            <a:lvl1pPr marL="482600" indent="-482600">
              <a:buSzPct val="123000"/>
              <a:buChar char="•"/>
            </a:lvl1pPr>
          </a:lstStyle>
          <a:p>
            <a:pPr/>
            <a:r>
              <a:t>first bullet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0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5">
            <a:hueOff val="-152895"/>
            <a:lumOff val="12368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wrapped title keeps all of its lines in this fixed frame"/>
          <p:cNvSpPr txBox="1"/>
          <p:nvPr>
            <p:ph type="title" idx="4294967295"/>
          </p:nvPr>
        </p:nvSpPr>
        <p:spPr>
          <a:xfrm>
            <a:off x="698500" y="1854200"/>
            <a:ext cx="11609057" cy="3302000"/>
          </a:xfrm>
          <a:prstGeom prst="rect">
            <a:avLst/>
          </a:prstGeom>
        </p:spPr>
        <p:txBody>
          <a:bodyPr anchor="b"/>
          <a:lstStyle>
            <a:lvl1pPr defTabSz="256031">
              <a:lnSpc>
                <a:spcPct val="100000"/>
              </a:lnSpc>
              <a:defRPr b="0" spc="0" sz="84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wrapped title keeps all of its lines in this fixed frame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0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1">
            <a:lumOff val="16847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hello keynote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b="0" spc="0" sz="150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hello keynote</a:t>
            </a:r>
          </a:p>
        </p:txBody>
      </p:sp>
      <p:sp>
        <p:nvSpPr>
          <p:cNvPr id="893" name="first bullet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>
            <a:lvl1pPr marL="482600" indent="-482600">
              <a:buSzPct val="123000"/>
              <a:buChar char="•"/>
            </a:lvl1pPr>
          </a:lstStyle>
          <a:p>
            <a:pPr/>
            <a:r>
              <a:t>first bullet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0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5">
            <a:hueOff val="-152895"/>
            <a:lumOff val="12368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wrapped title keeps all of its lines in this fixed frame"/>
          <p:cNvSpPr txBox="1"/>
          <p:nvPr>
            <p:ph type="title" idx="4294967295"/>
          </p:nvPr>
        </p:nvSpPr>
        <p:spPr>
          <a:xfrm>
            <a:off x="698500" y="1854200"/>
            <a:ext cx="11609057" cy="3302000"/>
          </a:xfrm>
          <a:prstGeom prst="rect">
            <a:avLst/>
          </a:prstGeom>
        </p:spPr>
        <p:txBody>
          <a:bodyPr anchor="b"/>
          <a:lstStyle>
            <a:lvl1pPr defTabSz="256031">
              <a:lnSpc>
                <a:spcPct val="100000"/>
              </a:lnSpc>
              <a:defRPr b="0" spc="0" sz="84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wrapped title keeps all of its lines in this fixed frame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0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1">
            <a:lumOff val="16847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" name="hello keynote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b="0" spc="0" sz="150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hello keynote</a:t>
            </a:r>
          </a:p>
        </p:txBody>
      </p:sp>
      <p:sp>
        <p:nvSpPr>
          <p:cNvPr id="900" name="first bullet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>
            <a:lvl1pPr marL="482600" indent="-482600">
              <a:buSzPct val="123000"/>
              <a:buChar char="•"/>
            </a:lvl1pPr>
          </a:lstStyle>
          <a:p>
            <a:pPr/>
            <a:r>
              <a:t>first bullet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5">
            <a:hueOff val="-152895"/>
            <a:lumOff val="12368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2" name="wrapped title keeps all of its lines in this fixed frame"/>
          <p:cNvSpPr txBox="1"/>
          <p:nvPr>
            <p:ph type="title" idx="4294967295"/>
          </p:nvPr>
        </p:nvSpPr>
        <p:spPr>
          <a:xfrm>
            <a:off x="698500" y="1854200"/>
            <a:ext cx="11609057" cy="3302000"/>
          </a:xfrm>
          <a:prstGeom prst="rect">
            <a:avLst/>
          </a:prstGeom>
        </p:spPr>
        <p:txBody>
          <a:bodyPr anchor="b"/>
          <a:lstStyle>
            <a:lvl1pPr defTabSz="256031">
              <a:lnSpc>
                <a:spcPct val="100000"/>
              </a:lnSpc>
              <a:defRPr b="0" spc="0" sz="84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wrapped title keeps all of its lines in this fixed frame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1">
            <a:lumOff val="16847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6" name="hello keynote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b="0" spc="0" sz="150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hello keynote</a:t>
            </a:r>
          </a:p>
        </p:txBody>
      </p:sp>
      <p:sp>
        <p:nvSpPr>
          <p:cNvPr id="907" name="first bullet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>
            <a:lvl1pPr marL="482600" indent="-482600">
              <a:buSzPct val="123000"/>
              <a:buChar char="•"/>
            </a:lvl1pPr>
          </a:lstStyle>
          <a:p>
            <a:pPr/>
            <a:r>
              <a:t>first bullet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5">
            <a:hueOff val="-152895"/>
            <a:lumOff val="12368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9" name="wrapped title keeps all of its lines in this fixed frame"/>
          <p:cNvSpPr txBox="1"/>
          <p:nvPr>
            <p:ph type="title" idx="4294967295"/>
          </p:nvPr>
        </p:nvSpPr>
        <p:spPr>
          <a:xfrm>
            <a:off x="698500" y="1854200"/>
            <a:ext cx="11609057" cy="3302000"/>
          </a:xfrm>
          <a:prstGeom prst="rect">
            <a:avLst/>
          </a:prstGeom>
        </p:spPr>
        <p:txBody>
          <a:bodyPr anchor="b"/>
          <a:lstStyle>
            <a:lvl1pPr defTabSz="256031">
              <a:lnSpc>
                <a:spcPct val="100000"/>
              </a:lnSpc>
              <a:defRPr b="0" spc="0" sz="84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wrapped title keeps all of its lines in this fixed frame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1">
            <a:lumOff val="16847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3" name="hello keynote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b="0" spc="0" sz="150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hello keynote</a:t>
            </a:r>
          </a:p>
        </p:txBody>
      </p:sp>
      <p:sp>
        <p:nvSpPr>
          <p:cNvPr id="914" name="first bullet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>
            <a:lvl1pPr marL="482600" indent="-482600">
              <a:buSzPct val="123000"/>
              <a:buChar char="•"/>
            </a:lvl1pPr>
          </a:lstStyle>
          <a:p>
            <a:pPr/>
            <a:r>
              <a:t>first bullet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5">
            <a:hueOff val="-152895"/>
            <a:lumOff val="12368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wrapped title keeps all of its lines in this fixed frame"/>
          <p:cNvSpPr txBox="1"/>
          <p:nvPr>
            <p:ph type="title" idx="4294967295"/>
          </p:nvPr>
        </p:nvSpPr>
        <p:spPr>
          <a:xfrm>
            <a:off x="698500" y="1854200"/>
            <a:ext cx="11609057" cy="3302000"/>
          </a:xfrm>
          <a:prstGeom prst="rect">
            <a:avLst/>
          </a:prstGeom>
        </p:spPr>
        <p:txBody>
          <a:bodyPr anchor="b"/>
          <a:lstStyle>
            <a:lvl1pPr defTabSz="256031">
              <a:lnSpc>
                <a:spcPct val="100000"/>
              </a:lnSpc>
              <a:defRPr b="0" spc="0" sz="84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wrapped title keeps all of its lines in this fixed frame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1">
            <a:lumOff val="16847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0" name="hello keynote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b="0" spc="0" sz="150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hello keynote</a:t>
            </a:r>
          </a:p>
        </p:txBody>
      </p:sp>
      <p:sp>
        <p:nvSpPr>
          <p:cNvPr id="921" name="first bullet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>
            <a:lvl1pPr marL="482600" indent="-482600">
              <a:buSzPct val="123000"/>
              <a:buChar char="•"/>
            </a:lvl1pPr>
          </a:lstStyle>
          <a:p>
            <a:pPr/>
            <a:r>
              <a:t>first bullet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5">
            <a:hueOff val="-152895"/>
            <a:lumOff val="12368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3" name="wrapped title keeps all of its lines in this fixed frame"/>
          <p:cNvSpPr txBox="1"/>
          <p:nvPr>
            <p:ph type="title" idx="4294967295"/>
          </p:nvPr>
        </p:nvSpPr>
        <p:spPr>
          <a:xfrm>
            <a:off x="698500" y="1854200"/>
            <a:ext cx="11609057" cy="3302000"/>
          </a:xfrm>
          <a:prstGeom prst="rect">
            <a:avLst/>
          </a:prstGeom>
        </p:spPr>
        <p:txBody>
          <a:bodyPr anchor="b"/>
          <a:lstStyle>
            <a:lvl1pPr defTabSz="256031">
              <a:lnSpc>
                <a:spcPct val="100000"/>
              </a:lnSpc>
              <a:defRPr b="0" spc="0" sz="84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wrapped title keeps all of its lines in this fixed frame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1">
            <a:lumOff val="16847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7" name="hello keynote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b="0" spc="0" sz="150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hello keynote</a:t>
            </a:r>
          </a:p>
        </p:txBody>
      </p:sp>
      <p:sp>
        <p:nvSpPr>
          <p:cNvPr id="928" name="first bullet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>
            <a:lvl1pPr marL="482600" indent="-482600">
              <a:buSzPct val="123000"/>
              <a:buChar char="•"/>
            </a:lvl1pPr>
          </a:lstStyle>
          <a:p>
            <a:pPr/>
            <a:r>
              <a:t>first bullet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5">
            <a:hueOff val="-152895"/>
            <a:lumOff val="12368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0" name="wrapped title keeps all of its lines in this fixed frame"/>
          <p:cNvSpPr txBox="1"/>
          <p:nvPr>
            <p:ph type="title" idx="4294967295"/>
          </p:nvPr>
        </p:nvSpPr>
        <p:spPr>
          <a:xfrm>
            <a:off x="698500" y="1854200"/>
            <a:ext cx="11609057" cy="3302000"/>
          </a:xfrm>
          <a:prstGeom prst="rect">
            <a:avLst/>
          </a:prstGeom>
        </p:spPr>
        <p:txBody>
          <a:bodyPr anchor="b"/>
          <a:lstStyle>
            <a:lvl1pPr defTabSz="256031">
              <a:lnSpc>
                <a:spcPct val="100000"/>
              </a:lnSpc>
              <a:defRPr b="0" spc="0" sz="84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wrapped title keeps all of its lines in this fixed frame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1">
            <a:lumOff val="16847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4" name="hello keynote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b="0" spc="0" sz="150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hello keynote</a:t>
            </a:r>
          </a:p>
        </p:txBody>
      </p:sp>
      <p:sp>
        <p:nvSpPr>
          <p:cNvPr id="935" name="first bullet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>
            <a:lvl1pPr marL="482600" indent="-482600">
              <a:buSzPct val="123000"/>
              <a:buChar char="•"/>
            </a:lvl1pPr>
          </a:lstStyle>
          <a:p>
            <a:pPr/>
            <a:r>
              <a:t>first bullet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5">
            <a:hueOff val="-152895"/>
            <a:lumOff val="12368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7" name="wrapped title keeps all of its lines in this fixed frame"/>
          <p:cNvSpPr txBox="1"/>
          <p:nvPr>
            <p:ph type="title" idx="4294967295"/>
          </p:nvPr>
        </p:nvSpPr>
        <p:spPr>
          <a:xfrm>
            <a:off x="698500" y="1854200"/>
            <a:ext cx="11609057" cy="3302000"/>
          </a:xfrm>
          <a:prstGeom prst="rect">
            <a:avLst/>
          </a:prstGeom>
        </p:spPr>
        <p:txBody>
          <a:bodyPr anchor="b"/>
          <a:lstStyle>
            <a:lvl1pPr defTabSz="256031">
              <a:lnSpc>
                <a:spcPct val="100000"/>
              </a:lnSpc>
              <a:defRPr b="0" spc="0" sz="84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wrapped title keeps all of its lines in this fixed frame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1">
            <a:lumOff val="16847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1" name="hello keynote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b="0" spc="0" sz="150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hello keynote</a:t>
            </a:r>
          </a:p>
        </p:txBody>
      </p:sp>
      <p:sp>
        <p:nvSpPr>
          <p:cNvPr id="942" name="first bullet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>
            <a:lvl1pPr marL="482600" indent="-482600">
              <a:buSzPct val="123000"/>
              <a:buChar char="•"/>
            </a:lvl1pPr>
          </a:lstStyle>
          <a:p>
            <a:pPr/>
            <a:r>
              <a:t>first bullet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5">
            <a:hueOff val="-152895"/>
            <a:lumOff val="12368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4" name="wrapped title keeps all of its lines in this fixed frame"/>
          <p:cNvSpPr txBox="1"/>
          <p:nvPr>
            <p:ph type="title" idx="4294967295"/>
          </p:nvPr>
        </p:nvSpPr>
        <p:spPr>
          <a:xfrm>
            <a:off x="698500" y="1854200"/>
            <a:ext cx="11609057" cy="3302000"/>
          </a:xfrm>
          <a:prstGeom prst="rect">
            <a:avLst/>
          </a:prstGeom>
        </p:spPr>
        <p:txBody>
          <a:bodyPr anchor="b"/>
          <a:lstStyle>
            <a:lvl1pPr defTabSz="256031">
              <a:lnSpc>
                <a:spcPct val="100000"/>
              </a:lnSpc>
              <a:defRPr b="0" spc="0" sz="84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wrapped title keeps all of its lines in this fixed frame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1">
            <a:lumOff val="16847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8" name="hello keynote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b="0" spc="0" sz="150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hello keynote</a:t>
            </a:r>
          </a:p>
        </p:txBody>
      </p:sp>
      <p:sp>
        <p:nvSpPr>
          <p:cNvPr id="949" name="first bullet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>
            <a:lvl1pPr marL="482600" indent="-482600">
              <a:buSzPct val="123000"/>
              <a:buChar char="•"/>
            </a:lvl1pPr>
          </a:lstStyle>
          <a:p>
            <a:pPr/>
            <a:r>
              <a:t>first bullet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5">
            <a:hueOff val="-152895"/>
            <a:lumOff val="12368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1" name="wrapped title keeps all of its lines in this fixed frame"/>
          <p:cNvSpPr txBox="1"/>
          <p:nvPr>
            <p:ph type="title" idx="4294967295"/>
          </p:nvPr>
        </p:nvSpPr>
        <p:spPr>
          <a:xfrm>
            <a:off x="698500" y="1854200"/>
            <a:ext cx="11609057" cy="3302000"/>
          </a:xfrm>
          <a:prstGeom prst="rect">
            <a:avLst/>
          </a:prstGeom>
        </p:spPr>
        <p:txBody>
          <a:bodyPr anchor="b"/>
          <a:lstStyle>
            <a:lvl1pPr defTabSz="256031">
              <a:lnSpc>
                <a:spcPct val="100000"/>
              </a:lnSpc>
              <a:defRPr b="0" spc="0" sz="84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wrapped title keeps all of its lines in this fixed frame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1">
            <a:lumOff val="16847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5" name="hello keynote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b="0" spc="0" sz="150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hello keynote</a:t>
            </a:r>
          </a:p>
        </p:txBody>
      </p:sp>
      <p:sp>
        <p:nvSpPr>
          <p:cNvPr id="956" name="first bullet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>
            <a:lvl1pPr marL="482600" indent="-482600">
              <a:buSzPct val="123000"/>
              <a:buChar char="•"/>
            </a:lvl1pPr>
          </a:lstStyle>
          <a:p>
            <a:pPr/>
            <a:r>
              <a:t>first bullet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5">
            <a:hueOff val="-152895"/>
            <a:lumOff val="12368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8" name="wrapped title keeps all of its lines in this fixed frame"/>
          <p:cNvSpPr txBox="1"/>
          <p:nvPr>
            <p:ph type="title" idx="4294967295"/>
          </p:nvPr>
        </p:nvSpPr>
        <p:spPr>
          <a:xfrm>
            <a:off x="698500" y="1854200"/>
            <a:ext cx="11609057" cy="3302000"/>
          </a:xfrm>
          <a:prstGeom prst="rect">
            <a:avLst/>
          </a:prstGeom>
        </p:spPr>
        <p:txBody>
          <a:bodyPr anchor="b"/>
          <a:lstStyle>
            <a:lvl1pPr defTabSz="256031">
              <a:lnSpc>
                <a:spcPct val="100000"/>
              </a:lnSpc>
              <a:defRPr b="0" spc="0" sz="84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wrapped title keeps all of its lines in this fixed frame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1">
            <a:lumOff val="16847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" name="hello keynote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b="0" spc="0" sz="150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hello keynote</a:t>
            </a:r>
          </a:p>
        </p:txBody>
      </p:sp>
      <p:sp>
        <p:nvSpPr>
          <p:cNvPr id="963" name="first bullet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>
            <a:lvl1pPr marL="482600" indent="-482600">
              <a:buSzPct val="123000"/>
              <a:buChar char="•"/>
            </a:lvl1pPr>
          </a:lstStyle>
          <a:p>
            <a:pPr/>
            <a:r>
              <a:t>first bullet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5">
            <a:hueOff val="-152895"/>
            <a:lumOff val="12368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5" name="wrapped title keeps all of its lines in this fixed frame"/>
          <p:cNvSpPr txBox="1"/>
          <p:nvPr>
            <p:ph type="title" idx="4294967295"/>
          </p:nvPr>
        </p:nvSpPr>
        <p:spPr>
          <a:xfrm>
            <a:off x="698500" y="1854200"/>
            <a:ext cx="11609057" cy="3302000"/>
          </a:xfrm>
          <a:prstGeom prst="rect">
            <a:avLst/>
          </a:prstGeom>
        </p:spPr>
        <p:txBody>
          <a:bodyPr anchor="b"/>
          <a:lstStyle>
            <a:lvl1pPr defTabSz="256031">
              <a:lnSpc>
                <a:spcPct val="100000"/>
              </a:lnSpc>
              <a:defRPr b="0" spc="0" sz="84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wrapped title keeps all of its lines in this fixed frame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1">
            <a:lumOff val="16847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9" name="hello keynote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b="0" spc="0" sz="150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hello keynote</a:t>
            </a:r>
          </a:p>
        </p:txBody>
      </p:sp>
      <p:sp>
        <p:nvSpPr>
          <p:cNvPr id="970" name="first bullet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>
            <a:lvl1pPr marL="482600" indent="-482600">
              <a:buSzPct val="123000"/>
              <a:buChar char="•"/>
            </a:lvl1pPr>
          </a:lstStyle>
          <a:p>
            <a:pPr/>
            <a:r>
              <a:t>first bullet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5">
            <a:hueOff val="-152895"/>
            <a:lumOff val="12368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" name="wrapped title keeps all of its lines in this fixed frame"/>
          <p:cNvSpPr txBox="1"/>
          <p:nvPr>
            <p:ph type="title" idx="4294967295"/>
          </p:nvPr>
        </p:nvSpPr>
        <p:spPr>
          <a:xfrm>
            <a:off x="698500" y="1854200"/>
            <a:ext cx="11609057" cy="3302000"/>
          </a:xfrm>
          <a:prstGeom prst="rect">
            <a:avLst/>
          </a:prstGeom>
        </p:spPr>
        <p:txBody>
          <a:bodyPr anchor="b"/>
          <a:lstStyle>
            <a:lvl1pPr defTabSz="256031">
              <a:lnSpc>
                <a:spcPct val="100000"/>
              </a:lnSpc>
              <a:defRPr b="0" spc="0" sz="84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wrapped title keeps all of its lines in this fixed frame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1">
            <a:lumOff val="16847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6" name="hello keynote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b="0" spc="0" sz="150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hello keynote</a:t>
            </a:r>
          </a:p>
        </p:txBody>
      </p:sp>
      <p:sp>
        <p:nvSpPr>
          <p:cNvPr id="977" name="first bullet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>
            <a:lvl1pPr marL="482600" indent="-482600">
              <a:buSzPct val="123000"/>
              <a:buChar char="•"/>
            </a:lvl1pPr>
          </a:lstStyle>
          <a:p>
            <a:pPr/>
            <a:r>
              <a:t>first bullet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5">
            <a:hueOff val="-152895"/>
            <a:lumOff val="12368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9" name="wrapped title keeps all of its lines in this fixed frame"/>
          <p:cNvSpPr txBox="1"/>
          <p:nvPr>
            <p:ph type="title" idx="4294967295"/>
          </p:nvPr>
        </p:nvSpPr>
        <p:spPr>
          <a:xfrm>
            <a:off x="698500" y="1854200"/>
            <a:ext cx="11609057" cy="3302000"/>
          </a:xfrm>
          <a:prstGeom prst="rect">
            <a:avLst/>
          </a:prstGeom>
        </p:spPr>
        <p:txBody>
          <a:bodyPr anchor="b"/>
          <a:lstStyle>
            <a:lvl1pPr defTabSz="256031">
              <a:lnSpc>
                <a:spcPct val="100000"/>
              </a:lnSpc>
              <a:defRPr b="0" spc="0" sz="84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wrapped title keeps all of its lines in this fixed frame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1">
            <a:lumOff val="16847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" name="hello keynote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b="0" spc="0" sz="150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hello keynote</a:t>
            </a:r>
          </a:p>
        </p:txBody>
      </p:sp>
      <p:sp>
        <p:nvSpPr>
          <p:cNvPr id="984" name="first bullet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>
            <a:lvl1pPr marL="482600" indent="-482600">
              <a:buSzPct val="123000"/>
              <a:buChar char="•"/>
            </a:lvl1pPr>
          </a:lstStyle>
          <a:p>
            <a:pPr/>
            <a:r>
              <a:t>first bullet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5">
            <a:hueOff val="-152895"/>
            <a:lumOff val="12368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6" name="wrapped title keeps all of its lines in this fixed frame"/>
          <p:cNvSpPr txBox="1"/>
          <p:nvPr>
            <p:ph type="title" idx="4294967295"/>
          </p:nvPr>
        </p:nvSpPr>
        <p:spPr>
          <a:xfrm>
            <a:off x="698500" y="1854200"/>
            <a:ext cx="11609057" cy="3302000"/>
          </a:xfrm>
          <a:prstGeom prst="rect">
            <a:avLst/>
          </a:prstGeom>
        </p:spPr>
        <p:txBody>
          <a:bodyPr anchor="b"/>
          <a:lstStyle>
            <a:lvl1pPr defTabSz="256031">
              <a:lnSpc>
                <a:spcPct val="100000"/>
              </a:lnSpc>
              <a:defRPr b="0" spc="0" sz="84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wrapped title keeps all of its lines in this fixed frame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1">
            <a:lumOff val="16847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0" name="hello keynote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b="0" spc="0" sz="150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hello keynote</a:t>
            </a:r>
          </a:p>
        </p:txBody>
      </p:sp>
      <p:sp>
        <p:nvSpPr>
          <p:cNvPr id="991" name="first bullet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>
            <a:lvl1pPr marL="482600" indent="-482600">
              <a:buSzPct val="123000"/>
              <a:buChar char="•"/>
            </a:lvl1pPr>
          </a:lstStyle>
          <a:p>
            <a:pPr/>
            <a:r>
              <a:t>first bullet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5">
            <a:hueOff val="-152895"/>
            <a:lumOff val="12368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" name="wrapped title keeps all of its lines in this fixed frame"/>
          <p:cNvSpPr txBox="1"/>
          <p:nvPr>
            <p:ph type="title" idx="4294967295"/>
          </p:nvPr>
        </p:nvSpPr>
        <p:spPr>
          <a:xfrm>
            <a:off x="698500" y="1854200"/>
            <a:ext cx="11609057" cy="3302000"/>
          </a:xfrm>
          <a:prstGeom prst="rect">
            <a:avLst/>
          </a:prstGeom>
        </p:spPr>
        <p:txBody>
          <a:bodyPr anchor="b"/>
          <a:lstStyle>
            <a:lvl1pPr defTabSz="256031">
              <a:lnSpc>
                <a:spcPct val="100000"/>
              </a:lnSpc>
              <a:defRPr b="0" spc="0" sz="84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wrapped title keeps all of its lines in this fixed frame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1">
            <a:lumOff val="16847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7" name="hello keynote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b="0" spc="0" sz="150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hello keynote</a:t>
            </a:r>
          </a:p>
        </p:txBody>
      </p:sp>
      <p:sp>
        <p:nvSpPr>
          <p:cNvPr id="998" name="first bullet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>
            <a:lvl1pPr marL="482600" indent="-482600">
              <a:buSzPct val="123000"/>
              <a:buChar char="•"/>
            </a:lvl1pPr>
          </a:lstStyle>
          <a:p>
            <a:pPr/>
            <a:r>
              <a:t>first bullet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5">
            <a:hueOff val="-152895"/>
            <a:lumOff val="12368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wrapped title keeps all of its lines in this fixed frame"/>
          <p:cNvSpPr txBox="1"/>
          <p:nvPr>
            <p:ph type="title" idx="4294967295"/>
          </p:nvPr>
        </p:nvSpPr>
        <p:spPr>
          <a:xfrm>
            <a:off x="698500" y="1854200"/>
            <a:ext cx="11609057" cy="3302000"/>
          </a:xfrm>
          <a:prstGeom prst="rect">
            <a:avLst/>
          </a:prstGeom>
        </p:spPr>
        <p:txBody>
          <a:bodyPr anchor="b"/>
          <a:lstStyle>
            <a:lvl1pPr defTabSz="256031">
              <a:lnSpc>
                <a:spcPct val="100000"/>
              </a:lnSpc>
              <a:defRPr b="0" spc="0" sz="84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wrapped title keeps all of its lines in this fixed frame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1">
            <a:lumOff val="16847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4" name="hello keynote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b="0" spc="0" sz="150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hello keynote</a:t>
            </a:r>
          </a:p>
        </p:txBody>
      </p:sp>
      <p:sp>
        <p:nvSpPr>
          <p:cNvPr id="1005" name="first bullet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>
            <a:lvl1pPr marL="482600" indent="-482600">
              <a:buSzPct val="123000"/>
              <a:buChar char="•"/>
            </a:lvl1pPr>
          </a:lstStyle>
          <a:p>
            <a:pPr/>
            <a:r>
              <a:t>first bullet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4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5">
            <a:hueOff val="-152895"/>
            <a:lumOff val="12368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7" name="wrapped title keeps all of its lines in this fixed frame"/>
          <p:cNvSpPr txBox="1"/>
          <p:nvPr>
            <p:ph type="title" idx="4294967295"/>
          </p:nvPr>
        </p:nvSpPr>
        <p:spPr>
          <a:xfrm>
            <a:off x="698500" y="1854200"/>
            <a:ext cx="11609057" cy="3302000"/>
          </a:xfrm>
          <a:prstGeom prst="rect">
            <a:avLst/>
          </a:prstGeom>
        </p:spPr>
        <p:txBody>
          <a:bodyPr anchor="b"/>
          <a:lstStyle>
            <a:lvl1pPr defTabSz="256031">
              <a:lnSpc>
                <a:spcPct val="100000"/>
              </a:lnSpc>
              <a:defRPr b="0" spc="0" sz="84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wrapped title keeps all of its lines in this fixed frame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4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1">
            <a:lumOff val="16847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1" name="hello keynote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b="0" spc="0" sz="150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hello keynote</a:t>
            </a:r>
          </a:p>
        </p:txBody>
      </p:sp>
      <p:sp>
        <p:nvSpPr>
          <p:cNvPr id="1012" name="first bullet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>
            <a:lvl1pPr marL="482600" indent="-482600">
              <a:buSzPct val="123000"/>
              <a:buChar char="•"/>
            </a:lvl1pPr>
          </a:lstStyle>
          <a:p>
            <a:pPr/>
            <a:r>
              <a:t>first bullet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4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5">
            <a:hueOff val="-152895"/>
            <a:lumOff val="12368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4" name="wrapped title keeps all of its lines in this fixed frame"/>
          <p:cNvSpPr txBox="1"/>
          <p:nvPr>
            <p:ph type="title" idx="4294967295"/>
          </p:nvPr>
        </p:nvSpPr>
        <p:spPr>
          <a:xfrm>
            <a:off x="698500" y="1854200"/>
            <a:ext cx="11609057" cy="3302000"/>
          </a:xfrm>
          <a:prstGeom prst="rect">
            <a:avLst/>
          </a:prstGeom>
        </p:spPr>
        <p:txBody>
          <a:bodyPr anchor="b"/>
          <a:lstStyle>
            <a:lvl1pPr defTabSz="256031">
              <a:lnSpc>
                <a:spcPct val="100000"/>
              </a:lnSpc>
              <a:defRPr b="0" spc="0" sz="84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wrapped title keeps all of its lines in this fixed frame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4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1">
            <a:lumOff val="16847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8" name="hello keynote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b="0" spc="0" sz="150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hello keynote</a:t>
            </a:r>
          </a:p>
        </p:txBody>
      </p:sp>
      <p:sp>
        <p:nvSpPr>
          <p:cNvPr id="1019" name="first bullet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>
            <a:lvl1pPr marL="482600" indent="-482600">
              <a:buSzPct val="123000"/>
              <a:buChar char="•"/>
            </a:lvl1pPr>
          </a:lstStyle>
          <a:p>
            <a:pPr/>
            <a:r>
              <a:t>first bullet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4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5">
            <a:hueOff val="-152895"/>
            <a:lumOff val="12368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1" name="wrapped title keeps all of its lines in this fixed frame"/>
          <p:cNvSpPr txBox="1"/>
          <p:nvPr>
            <p:ph type="title" idx="4294967295"/>
          </p:nvPr>
        </p:nvSpPr>
        <p:spPr>
          <a:xfrm>
            <a:off x="698500" y="1854200"/>
            <a:ext cx="11609057" cy="3302000"/>
          </a:xfrm>
          <a:prstGeom prst="rect">
            <a:avLst/>
          </a:prstGeom>
        </p:spPr>
        <p:txBody>
          <a:bodyPr anchor="b"/>
          <a:lstStyle>
            <a:lvl1pPr defTabSz="256031">
              <a:lnSpc>
                <a:spcPct val="100000"/>
              </a:lnSpc>
              <a:defRPr b="0" spc="0" sz="84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wrapped title keeps all of its lines in this fixed frame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4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1">
            <a:lumOff val="16847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hello keynote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b="0" spc="0" sz="150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hello keynote</a:t>
            </a:r>
          </a:p>
        </p:txBody>
      </p:sp>
      <p:sp>
        <p:nvSpPr>
          <p:cNvPr id="1026" name="first bullet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>
            <a:lvl1pPr marL="482600" indent="-482600">
              <a:buSzPct val="123000"/>
              <a:buChar char="•"/>
            </a:lvl1pPr>
          </a:lstStyle>
          <a:p>
            <a:pPr/>
            <a:r>
              <a:t>first bullet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4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5">
            <a:hueOff val="-152895"/>
            <a:lumOff val="12368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wrapped title keeps all of its lines in this fixed frame"/>
          <p:cNvSpPr txBox="1"/>
          <p:nvPr>
            <p:ph type="title" idx="4294967295"/>
          </p:nvPr>
        </p:nvSpPr>
        <p:spPr>
          <a:xfrm>
            <a:off x="698500" y="1854200"/>
            <a:ext cx="11609057" cy="3302000"/>
          </a:xfrm>
          <a:prstGeom prst="rect">
            <a:avLst/>
          </a:prstGeom>
        </p:spPr>
        <p:txBody>
          <a:bodyPr anchor="b"/>
          <a:lstStyle>
            <a:lvl1pPr defTabSz="256031">
              <a:lnSpc>
                <a:spcPct val="100000"/>
              </a:lnSpc>
              <a:defRPr b="0" spc="0" sz="84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wrapped title keeps all of its lines in this fixed frame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4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1">
            <a:lumOff val="16847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hello keynote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b="0" spc="0" sz="150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hello keynote</a:t>
            </a:r>
          </a:p>
        </p:txBody>
      </p:sp>
      <p:sp>
        <p:nvSpPr>
          <p:cNvPr id="1033" name="first bullet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>
            <a:lvl1pPr marL="482600" indent="-482600">
              <a:buSzPct val="123000"/>
              <a:buChar char="•"/>
            </a:lvl1pPr>
          </a:lstStyle>
          <a:p>
            <a:pPr/>
            <a:r>
              <a:t>first bullet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4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5">
            <a:hueOff val="-152895"/>
            <a:lumOff val="12368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5" name="wrapped title keeps all of its lines in this fixed frame"/>
          <p:cNvSpPr txBox="1"/>
          <p:nvPr>
            <p:ph type="title" idx="4294967295"/>
          </p:nvPr>
        </p:nvSpPr>
        <p:spPr>
          <a:xfrm>
            <a:off x="698500" y="1854200"/>
            <a:ext cx="11609057" cy="3302000"/>
          </a:xfrm>
          <a:prstGeom prst="rect">
            <a:avLst/>
          </a:prstGeom>
        </p:spPr>
        <p:txBody>
          <a:bodyPr anchor="b"/>
          <a:lstStyle>
            <a:lvl1pPr defTabSz="256031">
              <a:lnSpc>
                <a:spcPct val="100000"/>
              </a:lnSpc>
              <a:defRPr b="0" spc="0" sz="84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wrapped title keeps all of its lines in this fixed frame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4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1">
            <a:lumOff val="16847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hello keynote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b="0" spc="0" sz="150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hello keynote</a:t>
            </a:r>
          </a:p>
        </p:txBody>
      </p:sp>
      <p:sp>
        <p:nvSpPr>
          <p:cNvPr id="1040" name="first bullet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>
            <a:lvl1pPr marL="482600" indent="-482600">
              <a:buSzPct val="123000"/>
              <a:buChar char="•"/>
            </a:lvl1pPr>
          </a:lstStyle>
          <a:p>
            <a:pPr/>
            <a:r>
              <a:t>first bullet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5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5">
            <a:hueOff val="-152895"/>
            <a:lumOff val="12368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2" name="wrapped title keeps all of its lines in this fixed frame"/>
          <p:cNvSpPr txBox="1"/>
          <p:nvPr>
            <p:ph type="title" idx="4294967295"/>
          </p:nvPr>
        </p:nvSpPr>
        <p:spPr>
          <a:xfrm>
            <a:off x="698500" y="1854200"/>
            <a:ext cx="11609057" cy="3302000"/>
          </a:xfrm>
          <a:prstGeom prst="rect">
            <a:avLst/>
          </a:prstGeom>
        </p:spPr>
        <p:txBody>
          <a:bodyPr anchor="b"/>
          <a:lstStyle>
            <a:lvl1pPr defTabSz="256031">
              <a:lnSpc>
                <a:spcPct val="100000"/>
              </a:lnSpc>
              <a:defRPr b="0" spc="0" sz="84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wrapped title keeps all of its lines in this fixed frame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5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1">
            <a:lumOff val="16847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6" name="hello keynote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b="0" spc="0" sz="150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hello keynote</a:t>
            </a:r>
          </a:p>
        </p:txBody>
      </p:sp>
      <p:sp>
        <p:nvSpPr>
          <p:cNvPr id="1047" name="first bullet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>
            <a:lvl1pPr marL="482600" indent="-482600">
              <a:buSzPct val="123000"/>
              <a:buChar char="•"/>
            </a:lvl1pPr>
          </a:lstStyle>
          <a:p>
            <a:pPr/>
            <a:r>
              <a:t>first bullet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5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5">
            <a:hueOff val="-152895"/>
            <a:lumOff val="12368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" name="wrapped title keeps all of its lines in this fixed frame"/>
          <p:cNvSpPr txBox="1"/>
          <p:nvPr>
            <p:ph type="title" idx="4294967295"/>
          </p:nvPr>
        </p:nvSpPr>
        <p:spPr>
          <a:xfrm>
            <a:off x="698500" y="1854200"/>
            <a:ext cx="11609057" cy="3302000"/>
          </a:xfrm>
          <a:prstGeom prst="rect">
            <a:avLst/>
          </a:prstGeom>
        </p:spPr>
        <p:txBody>
          <a:bodyPr anchor="b"/>
          <a:lstStyle>
            <a:lvl1pPr defTabSz="256031">
              <a:lnSpc>
                <a:spcPct val="100000"/>
              </a:lnSpc>
              <a:defRPr b="0" spc="0" sz="84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wrapped title keeps all of its lines in this fixed frame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5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1">
            <a:lumOff val="16847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3" name="hello keynote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b="0" spc="0" sz="150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hello keynote</a:t>
            </a:r>
          </a:p>
        </p:txBody>
      </p:sp>
      <p:sp>
        <p:nvSpPr>
          <p:cNvPr id="1054" name="first bullet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>
            <a:lvl1pPr marL="482600" indent="-482600">
              <a:buSzPct val="123000"/>
              <a:buChar char="•"/>
            </a:lvl1pPr>
          </a:lstStyle>
          <a:p>
            <a:pPr/>
            <a:r>
              <a:t>first bullet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5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5">
            <a:hueOff val="-152895"/>
            <a:lumOff val="12368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6" name="wrapped title keeps all of its lines in this fixed frame"/>
          <p:cNvSpPr txBox="1"/>
          <p:nvPr>
            <p:ph type="title" idx="4294967295"/>
          </p:nvPr>
        </p:nvSpPr>
        <p:spPr>
          <a:xfrm>
            <a:off x="698500" y="1854200"/>
            <a:ext cx="11609057" cy="3302000"/>
          </a:xfrm>
          <a:prstGeom prst="rect">
            <a:avLst/>
          </a:prstGeom>
        </p:spPr>
        <p:txBody>
          <a:bodyPr anchor="b"/>
          <a:lstStyle>
            <a:lvl1pPr defTabSz="256031">
              <a:lnSpc>
                <a:spcPct val="100000"/>
              </a:lnSpc>
              <a:defRPr b="0" spc="0" sz="84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wrapped title keeps all of its lines in this fixed frame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5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1">
            <a:lumOff val="16847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0" name="hello keynote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b="0" spc="0" sz="150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hello keynote</a:t>
            </a:r>
          </a:p>
        </p:txBody>
      </p:sp>
      <p:sp>
        <p:nvSpPr>
          <p:cNvPr id="1061" name="first bullet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>
            <a:lvl1pPr marL="482600" indent="-482600">
              <a:buSzPct val="123000"/>
              <a:buChar char="•"/>
            </a:lvl1pPr>
          </a:lstStyle>
          <a:p>
            <a:pPr/>
            <a:r>
              <a:t>first bullet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5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5">
            <a:hueOff val="-152895"/>
            <a:lumOff val="12368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3" name="wrapped title keeps all of its lines in this fixed frame"/>
          <p:cNvSpPr txBox="1"/>
          <p:nvPr>
            <p:ph type="title" idx="4294967295"/>
          </p:nvPr>
        </p:nvSpPr>
        <p:spPr>
          <a:xfrm>
            <a:off x="698500" y="1854200"/>
            <a:ext cx="11609057" cy="3302000"/>
          </a:xfrm>
          <a:prstGeom prst="rect">
            <a:avLst/>
          </a:prstGeom>
        </p:spPr>
        <p:txBody>
          <a:bodyPr anchor="b"/>
          <a:lstStyle>
            <a:lvl1pPr defTabSz="256031">
              <a:lnSpc>
                <a:spcPct val="100000"/>
              </a:lnSpc>
              <a:defRPr b="0" spc="0" sz="84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wrapped title keeps all of its lines in this fixed frame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5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1">
            <a:lumOff val="16847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7" name="hello keynote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b="0" spc="0" sz="150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hello keynote</a:t>
            </a:r>
          </a:p>
        </p:txBody>
      </p:sp>
      <p:sp>
        <p:nvSpPr>
          <p:cNvPr id="1068" name="first bullet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>
            <a:lvl1pPr marL="482600" indent="-482600">
              <a:buSzPct val="123000"/>
              <a:buChar char="•"/>
            </a:lvl1pPr>
          </a:lstStyle>
          <a:p>
            <a:pPr/>
            <a:r>
              <a:t>first bullet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5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5">
            <a:hueOff val="-152895"/>
            <a:lumOff val="12368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0" name="wrapped title keeps all of its lines in this fixed frame"/>
          <p:cNvSpPr txBox="1"/>
          <p:nvPr>
            <p:ph type="title" idx="4294967295"/>
          </p:nvPr>
        </p:nvSpPr>
        <p:spPr>
          <a:xfrm>
            <a:off x="698500" y="1854200"/>
            <a:ext cx="11609057" cy="3302000"/>
          </a:xfrm>
          <a:prstGeom prst="rect">
            <a:avLst/>
          </a:prstGeom>
        </p:spPr>
        <p:txBody>
          <a:bodyPr anchor="b"/>
          <a:lstStyle>
            <a:lvl1pPr defTabSz="256031">
              <a:lnSpc>
                <a:spcPct val="100000"/>
              </a:lnSpc>
              <a:defRPr b="0" spc="0" sz="84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wrapped title keeps all of its lines in this fixed frame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5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1">
            <a:lumOff val="16847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4" name="hello keynote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b="0" spc="0" sz="150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hello keynote</a:t>
            </a:r>
          </a:p>
        </p:txBody>
      </p:sp>
      <p:sp>
        <p:nvSpPr>
          <p:cNvPr id="1075" name="first bullet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>
            <a:lvl1pPr marL="482600" indent="-482600">
              <a:buSzPct val="123000"/>
              <a:buChar char="•"/>
            </a:lvl1pPr>
          </a:lstStyle>
          <a:p>
            <a:pPr/>
            <a:r>
              <a:t>first bullet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6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5">
            <a:hueOff val="-152895"/>
            <a:lumOff val="12368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7" name="wrapped title keeps all of its lines in this fixed frame"/>
          <p:cNvSpPr txBox="1"/>
          <p:nvPr>
            <p:ph type="title" idx="4294967295"/>
          </p:nvPr>
        </p:nvSpPr>
        <p:spPr>
          <a:xfrm>
            <a:off x="698500" y="1854200"/>
            <a:ext cx="11609057" cy="3302000"/>
          </a:xfrm>
          <a:prstGeom prst="rect">
            <a:avLst/>
          </a:prstGeom>
        </p:spPr>
        <p:txBody>
          <a:bodyPr anchor="b"/>
          <a:lstStyle>
            <a:lvl1pPr defTabSz="256031">
              <a:lnSpc>
                <a:spcPct val="100000"/>
              </a:lnSpc>
              <a:defRPr b="0" spc="0" sz="84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wrapped title keeps all of its lines in this fixed frame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6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1">
            <a:lumOff val="16847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1" name="hello keynote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b="0" spc="0" sz="150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hello keynote</a:t>
            </a:r>
          </a:p>
        </p:txBody>
      </p:sp>
      <p:sp>
        <p:nvSpPr>
          <p:cNvPr id="1082" name="first bullet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>
            <a:lvl1pPr marL="482600" indent="-482600">
              <a:buSzPct val="123000"/>
              <a:buChar char="•"/>
            </a:lvl1pPr>
          </a:lstStyle>
          <a:p>
            <a:pPr/>
            <a:r>
              <a:t>first bullet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6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5">
            <a:hueOff val="-152895"/>
            <a:lumOff val="12368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4" name="wrapped title keeps all of its lines in this fixed frame"/>
          <p:cNvSpPr txBox="1"/>
          <p:nvPr>
            <p:ph type="title" idx="4294967295"/>
          </p:nvPr>
        </p:nvSpPr>
        <p:spPr>
          <a:xfrm>
            <a:off x="698500" y="1854200"/>
            <a:ext cx="11609057" cy="3302000"/>
          </a:xfrm>
          <a:prstGeom prst="rect">
            <a:avLst/>
          </a:prstGeom>
        </p:spPr>
        <p:txBody>
          <a:bodyPr anchor="b"/>
          <a:lstStyle>
            <a:lvl1pPr defTabSz="256031">
              <a:lnSpc>
                <a:spcPct val="100000"/>
              </a:lnSpc>
              <a:defRPr b="0" spc="0" sz="84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wrapped title keeps all of its lines in this fixed frame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6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1">
            <a:lumOff val="16847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8" name="hello keynote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b="0" spc="0" sz="150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hello keynote</a:t>
            </a:r>
          </a:p>
        </p:txBody>
      </p:sp>
      <p:sp>
        <p:nvSpPr>
          <p:cNvPr id="1089" name="first bullet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>
            <a:lvl1pPr marL="482600" indent="-482600">
              <a:buSzPct val="123000"/>
              <a:buChar char="•"/>
            </a:lvl1pPr>
          </a:lstStyle>
          <a:p>
            <a:pPr/>
            <a:r>
              <a:t>first bullet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6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5">
            <a:hueOff val="-152895"/>
            <a:lumOff val="12368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1" name="wrapped title keeps all of its lines in this fixed frame"/>
          <p:cNvSpPr txBox="1"/>
          <p:nvPr>
            <p:ph type="title" idx="4294967295"/>
          </p:nvPr>
        </p:nvSpPr>
        <p:spPr>
          <a:xfrm>
            <a:off x="698500" y="1854200"/>
            <a:ext cx="11609057" cy="3302000"/>
          </a:xfrm>
          <a:prstGeom prst="rect">
            <a:avLst/>
          </a:prstGeom>
        </p:spPr>
        <p:txBody>
          <a:bodyPr anchor="b"/>
          <a:lstStyle>
            <a:lvl1pPr defTabSz="256031">
              <a:lnSpc>
                <a:spcPct val="100000"/>
              </a:lnSpc>
              <a:defRPr b="0" spc="0" sz="84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wrapped title keeps all of its lines in this fixed frame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6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1">
            <a:lumOff val="16847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" name="hello keynote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b="0" spc="0" sz="150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hello keynote</a:t>
            </a:r>
          </a:p>
        </p:txBody>
      </p:sp>
      <p:sp>
        <p:nvSpPr>
          <p:cNvPr id="1096" name="first bullet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>
            <a:lvl1pPr marL="482600" indent="-482600">
              <a:buSzPct val="123000"/>
              <a:buChar char="•"/>
            </a:lvl1pPr>
          </a:lstStyle>
          <a:p>
            <a:pPr/>
            <a:r>
              <a:t>first bullet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6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5">
            <a:hueOff val="-152895"/>
            <a:lumOff val="12368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8" name="wrapped title keeps all of its lines in this fixed frame"/>
          <p:cNvSpPr txBox="1"/>
          <p:nvPr>
            <p:ph type="title" idx="4294967295"/>
          </p:nvPr>
        </p:nvSpPr>
        <p:spPr>
          <a:xfrm>
            <a:off x="698500" y="1854200"/>
            <a:ext cx="11609057" cy="3302000"/>
          </a:xfrm>
          <a:prstGeom prst="rect">
            <a:avLst/>
          </a:prstGeom>
        </p:spPr>
        <p:txBody>
          <a:bodyPr anchor="b"/>
          <a:lstStyle>
            <a:lvl1pPr defTabSz="256031">
              <a:lnSpc>
                <a:spcPct val="100000"/>
              </a:lnSpc>
              <a:defRPr b="0" spc="0" sz="84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wrapped title keeps all of its lines in this fixed frame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6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1">
            <a:lumOff val="16847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2" name="hello keynote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b="0" spc="0" sz="150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hello keynote</a:t>
            </a:r>
          </a:p>
        </p:txBody>
      </p:sp>
      <p:sp>
        <p:nvSpPr>
          <p:cNvPr id="1103" name="first bullet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>
            <a:lvl1pPr marL="482600" indent="-482600">
              <a:buSzPct val="123000"/>
              <a:buChar char="•"/>
            </a:lvl1pPr>
          </a:lstStyle>
          <a:p>
            <a:pPr/>
            <a:r>
              <a:t>first bullet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6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5">
            <a:hueOff val="-152895"/>
            <a:lumOff val="12368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" name="wrapped title keeps all of its lines in this fixed frame"/>
          <p:cNvSpPr txBox="1"/>
          <p:nvPr>
            <p:ph type="title" idx="4294967295"/>
          </p:nvPr>
        </p:nvSpPr>
        <p:spPr>
          <a:xfrm>
            <a:off x="698500" y="1854200"/>
            <a:ext cx="11609057" cy="3302000"/>
          </a:xfrm>
          <a:prstGeom prst="rect">
            <a:avLst/>
          </a:prstGeom>
        </p:spPr>
        <p:txBody>
          <a:bodyPr anchor="b"/>
          <a:lstStyle>
            <a:lvl1pPr defTabSz="256031">
              <a:lnSpc>
                <a:spcPct val="100000"/>
              </a:lnSpc>
              <a:defRPr b="0" spc="0" sz="84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wrapped title keeps all of its lines in this fixed frame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6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1">
            <a:lumOff val="16847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9" name="hello keynote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b="0" spc="0" sz="150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hello keynote</a:t>
            </a:r>
          </a:p>
        </p:txBody>
      </p:sp>
      <p:sp>
        <p:nvSpPr>
          <p:cNvPr id="1110" name="first bullet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>
            <a:lvl1pPr marL="482600" indent="-482600">
              <a:buSzPct val="123000"/>
              <a:buChar char="•"/>
            </a:lvl1pPr>
          </a:lstStyle>
          <a:p>
            <a:pPr/>
            <a:r>
              <a:t>first bullet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7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5">
            <a:hueOff val="-152895"/>
            <a:lumOff val="12368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2" name="wrapped title keeps all of its lines in this fixed frame"/>
          <p:cNvSpPr txBox="1"/>
          <p:nvPr>
            <p:ph type="title" idx="4294967295"/>
          </p:nvPr>
        </p:nvSpPr>
        <p:spPr>
          <a:xfrm>
            <a:off x="698500" y="1854200"/>
            <a:ext cx="11609057" cy="3302000"/>
          </a:xfrm>
          <a:prstGeom prst="rect">
            <a:avLst/>
          </a:prstGeom>
        </p:spPr>
        <p:txBody>
          <a:bodyPr anchor="b"/>
          <a:lstStyle>
            <a:lvl1pPr defTabSz="256031">
              <a:lnSpc>
                <a:spcPct val="100000"/>
              </a:lnSpc>
              <a:defRPr b="0" spc="0" sz="84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wrapped title keeps all of its lines in this fixed frame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7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1">
            <a:lumOff val="16847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" name="hello keynote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b="0" spc="0" sz="150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hello keynote</a:t>
            </a:r>
          </a:p>
        </p:txBody>
      </p:sp>
      <p:sp>
        <p:nvSpPr>
          <p:cNvPr id="1117" name="first bullet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>
            <a:lvl1pPr marL="482600" indent="-482600">
              <a:buSzPct val="123000"/>
              <a:buChar char="•"/>
            </a:lvl1pPr>
          </a:lstStyle>
          <a:p>
            <a:pPr/>
            <a:r>
              <a:t>first bullet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7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5">
            <a:hueOff val="-152895"/>
            <a:lumOff val="12368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9" name="wrapped title keeps all of its lines in this fixed frame"/>
          <p:cNvSpPr txBox="1"/>
          <p:nvPr>
            <p:ph type="title" idx="4294967295"/>
          </p:nvPr>
        </p:nvSpPr>
        <p:spPr>
          <a:xfrm>
            <a:off x="698500" y="1854200"/>
            <a:ext cx="11609057" cy="3302000"/>
          </a:xfrm>
          <a:prstGeom prst="rect">
            <a:avLst/>
          </a:prstGeom>
        </p:spPr>
        <p:txBody>
          <a:bodyPr anchor="b"/>
          <a:lstStyle>
            <a:lvl1pPr defTabSz="256031">
              <a:lnSpc>
                <a:spcPct val="100000"/>
              </a:lnSpc>
              <a:defRPr b="0" spc="0" sz="84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wrapped title keeps all of its lines in this fixed frame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7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1">
            <a:lumOff val="16847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3" name="hello keynote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b="0" spc="0" sz="150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hello keynote</a:t>
            </a:r>
          </a:p>
        </p:txBody>
      </p:sp>
      <p:sp>
        <p:nvSpPr>
          <p:cNvPr id="1124" name="first bullet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>
            <a:lvl1pPr marL="482600" indent="-482600">
              <a:buSzPct val="123000"/>
              <a:buChar char="•"/>
            </a:lvl1pPr>
          </a:lstStyle>
          <a:p>
            <a:pPr/>
            <a:r>
              <a:t>first bullet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7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5">
            <a:hueOff val="-152895"/>
            <a:lumOff val="12368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" name="wrapped title keeps all of its lines in this fixed frame"/>
          <p:cNvSpPr txBox="1"/>
          <p:nvPr>
            <p:ph type="title" idx="4294967295"/>
          </p:nvPr>
        </p:nvSpPr>
        <p:spPr>
          <a:xfrm>
            <a:off x="698500" y="1854200"/>
            <a:ext cx="11609057" cy="3302000"/>
          </a:xfrm>
          <a:prstGeom prst="rect">
            <a:avLst/>
          </a:prstGeom>
        </p:spPr>
        <p:txBody>
          <a:bodyPr anchor="b"/>
          <a:lstStyle>
            <a:lvl1pPr defTabSz="256031">
              <a:lnSpc>
                <a:spcPct val="100000"/>
              </a:lnSpc>
              <a:defRPr b="0" spc="0" sz="84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wrapped title keeps all of its lines in this fixed frame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7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1">
            <a:lumOff val="16847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0" name="hello keynote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b="0" spc="0" sz="150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hello keynote</a:t>
            </a:r>
          </a:p>
        </p:txBody>
      </p:sp>
      <p:sp>
        <p:nvSpPr>
          <p:cNvPr id="1131" name="first bullet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>
            <a:lvl1pPr marL="482600" indent="-482600">
              <a:buSzPct val="123000"/>
              <a:buChar char="•"/>
            </a:lvl1pPr>
          </a:lstStyle>
          <a:p>
            <a:pPr/>
            <a:r>
              <a:t>first bullet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7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5">
            <a:hueOff val="-152895"/>
            <a:lumOff val="12368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3" name="wrapped title keeps all of its lines in this fixed frame"/>
          <p:cNvSpPr txBox="1"/>
          <p:nvPr>
            <p:ph type="title" idx="4294967295"/>
          </p:nvPr>
        </p:nvSpPr>
        <p:spPr>
          <a:xfrm>
            <a:off x="698500" y="1854200"/>
            <a:ext cx="11609057" cy="3302000"/>
          </a:xfrm>
          <a:prstGeom prst="rect">
            <a:avLst/>
          </a:prstGeom>
        </p:spPr>
        <p:txBody>
          <a:bodyPr anchor="b"/>
          <a:lstStyle>
            <a:lvl1pPr defTabSz="256031">
              <a:lnSpc>
                <a:spcPct val="100000"/>
              </a:lnSpc>
              <a:defRPr b="0" spc="0" sz="84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wrapped title keeps all of its lines in this fixed frame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7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1">
            <a:lumOff val="16847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7" name="hello keynote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b="0" spc="0" sz="150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hello keynote</a:t>
            </a:r>
          </a:p>
        </p:txBody>
      </p:sp>
      <p:sp>
        <p:nvSpPr>
          <p:cNvPr id="1138" name="first bullet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>
            <a:lvl1pPr marL="482600" indent="-482600">
              <a:buSzPct val="123000"/>
              <a:buChar char="•"/>
            </a:lvl1pPr>
          </a:lstStyle>
          <a:p>
            <a:pPr/>
            <a:r>
              <a:t>first bullet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7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5">
            <a:hueOff val="-152895"/>
            <a:lumOff val="12368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0" name="wrapped title keeps all of its lines in this fixed frame"/>
          <p:cNvSpPr txBox="1"/>
          <p:nvPr>
            <p:ph type="title" idx="4294967295"/>
          </p:nvPr>
        </p:nvSpPr>
        <p:spPr>
          <a:xfrm>
            <a:off x="698500" y="1854200"/>
            <a:ext cx="11609057" cy="3302000"/>
          </a:xfrm>
          <a:prstGeom prst="rect">
            <a:avLst/>
          </a:prstGeom>
        </p:spPr>
        <p:txBody>
          <a:bodyPr anchor="b"/>
          <a:lstStyle>
            <a:lvl1pPr defTabSz="256031">
              <a:lnSpc>
                <a:spcPct val="100000"/>
              </a:lnSpc>
              <a:defRPr b="0" spc="0" sz="84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wrapped title keeps all of its lines in this fixed frame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7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1">
            <a:lumOff val="16847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4" name="hello keynote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b="0" spc="0" sz="150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hello keynote</a:t>
            </a:r>
          </a:p>
        </p:txBody>
      </p:sp>
      <p:sp>
        <p:nvSpPr>
          <p:cNvPr id="1145" name="first bullet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>
            <a:lvl1pPr marL="482600" indent="-482600">
              <a:buSzPct val="123000"/>
              <a:buChar char="•"/>
            </a:lvl1pPr>
          </a:lstStyle>
          <a:p>
            <a:pPr/>
            <a:r>
              <a:t>first bullet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8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5">
            <a:hueOff val="-152895"/>
            <a:lumOff val="12368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7" name="wrapped title keeps all of its lines in this fixed frame"/>
          <p:cNvSpPr txBox="1"/>
          <p:nvPr>
            <p:ph type="title" idx="4294967295"/>
          </p:nvPr>
        </p:nvSpPr>
        <p:spPr>
          <a:xfrm>
            <a:off x="698500" y="1854200"/>
            <a:ext cx="11609057" cy="3302000"/>
          </a:xfrm>
          <a:prstGeom prst="rect">
            <a:avLst/>
          </a:prstGeom>
        </p:spPr>
        <p:txBody>
          <a:bodyPr anchor="b"/>
          <a:lstStyle>
            <a:lvl1pPr defTabSz="256031">
              <a:lnSpc>
                <a:spcPct val="100000"/>
              </a:lnSpc>
              <a:defRPr b="0" spc="0" sz="84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wrapped title keeps all of its lines in this fixed frame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8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1">
            <a:lumOff val="16847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1" name="hello keynote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b="0" spc="0" sz="150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hello keynote</a:t>
            </a:r>
          </a:p>
        </p:txBody>
      </p:sp>
      <p:sp>
        <p:nvSpPr>
          <p:cNvPr id="1152" name="first bullet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>
            <a:lvl1pPr marL="482600" indent="-482600">
              <a:buSzPct val="123000"/>
              <a:buChar char="•"/>
            </a:lvl1pPr>
          </a:lstStyle>
          <a:p>
            <a:pPr/>
            <a:r>
              <a:t>first bullet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8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5">
            <a:hueOff val="-152895"/>
            <a:lumOff val="12368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4" name="wrapped title keeps all of its lines in this fixed frame"/>
          <p:cNvSpPr txBox="1"/>
          <p:nvPr>
            <p:ph type="title" idx="4294967295"/>
          </p:nvPr>
        </p:nvSpPr>
        <p:spPr>
          <a:xfrm>
            <a:off x="698500" y="1854200"/>
            <a:ext cx="11609057" cy="3302000"/>
          </a:xfrm>
          <a:prstGeom prst="rect">
            <a:avLst/>
          </a:prstGeom>
        </p:spPr>
        <p:txBody>
          <a:bodyPr anchor="b"/>
          <a:lstStyle>
            <a:lvl1pPr defTabSz="256031">
              <a:lnSpc>
                <a:spcPct val="100000"/>
              </a:lnSpc>
              <a:defRPr b="0" spc="0" sz="84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wrapped title keeps all of its lines in this fixed frame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8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1">
            <a:lumOff val="16847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8" name="hello keynote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b="0" spc="0" sz="150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hello keynote</a:t>
            </a:r>
          </a:p>
        </p:txBody>
      </p:sp>
      <p:sp>
        <p:nvSpPr>
          <p:cNvPr id="1159" name="first bullet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>
            <a:lvl1pPr marL="482600" indent="-482600">
              <a:buSzPct val="123000"/>
              <a:buChar char="•"/>
            </a:lvl1pPr>
          </a:lstStyle>
          <a:p>
            <a:pPr/>
            <a:r>
              <a:t>first bullet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8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5">
            <a:hueOff val="-152895"/>
            <a:lumOff val="12368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1" name="wrapped title keeps all of its lines in this fixed frame"/>
          <p:cNvSpPr txBox="1"/>
          <p:nvPr>
            <p:ph type="title" idx="4294967295"/>
          </p:nvPr>
        </p:nvSpPr>
        <p:spPr>
          <a:xfrm>
            <a:off x="698500" y="1854200"/>
            <a:ext cx="11609057" cy="3302000"/>
          </a:xfrm>
          <a:prstGeom prst="rect">
            <a:avLst/>
          </a:prstGeom>
        </p:spPr>
        <p:txBody>
          <a:bodyPr anchor="b"/>
          <a:lstStyle>
            <a:lvl1pPr defTabSz="256031">
              <a:lnSpc>
                <a:spcPct val="100000"/>
              </a:lnSpc>
              <a:defRPr b="0" spc="0" sz="84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wrapped title keeps all of its lines in this fixed frame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8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1">
            <a:lumOff val="16847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5" name="hello keynote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b="0" spc="0" sz="150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hello keynote</a:t>
            </a:r>
          </a:p>
        </p:txBody>
      </p:sp>
      <p:sp>
        <p:nvSpPr>
          <p:cNvPr id="1166" name="first bullet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>
            <a:lvl1pPr marL="482600" indent="-482600">
              <a:buSzPct val="123000"/>
              <a:buChar char="•"/>
            </a:lvl1pPr>
          </a:lstStyle>
          <a:p>
            <a:pPr/>
            <a:r>
              <a:t>first bullet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8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5">
            <a:hueOff val="-152895"/>
            <a:lumOff val="12368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8" name="wrapped title keeps all of its lines in this fixed frame"/>
          <p:cNvSpPr txBox="1"/>
          <p:nvPr>
            <p:ph type="title" idx="4294967295"/>
          </p:nvPr>
        </p:nvSpPr>
        <p:spPr>
          <a:xfrm>
            <a:off x="698500" y="1854200"/>
            <a:ext cx="11609057" cy="3302000"/>
          </a:xfrm>
          <a:prstGeom prst="rect">
            <a:avLst/>
          </a:prstGeom>
        </p:spPr>
        <p:txBody>
          <a:bodyPr anchor="b"/>
          <a:lstStyle>
            <a:lvl1pPr defTabSz="256031">
              <a:lnSpc>
                <a:spcPct val="100000"/>
              </a:lnSpc>
              <a:defRPr b="0" spc="0" sz="84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wrapped title keeps all of its lines in this fixed frame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8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1">
            <a:lumOff val="16847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2" name="hello keynote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b="0" spc="0" sz="150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hello keynote</a:t>
            </a:r>
          </a:p>
        </p:txBody>
      </p:sp>
      <p:sp>
        <p:nvSpPr>
          <p:cNvPr id="1173" name="first bullet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>
            <a:lvl1pPr marL="482600" indent="-482600">
              <a:buSzPct val="123000"/>
              <a:buChar char="•"/>
            </a:lvl1pPr>
          </a:lstStyle>
          <a:p>
            <a:pPr/>
            <a:r>
              <a:t>first bullet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8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5">
            <a:hueOff val="-152895"/>
            <a:lumOff val="12368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5" name="wrapped title keeps all of its lines in this fixed frame"/>
          <p:cNvSpPr txBox="1"/>
          <p:nvPr>
            <p:ph type="title" idx="4294967295"/>
          </p:nvPr>
        </p:nvSpPr>
        <p:spPr>
          <a:xfrm>
            <a:off x="698500" y="1854200"/>
            <a:ext cx="11609057" cy="3302000"/>
          </a:xfrm>
          <a:prstGeom prst="rect">
            <a:avLst/>
          </a:prstGeom>
        </p:spPr>
        <p:txBody>
          <a:bodyPr anchor="b"/>
          <a:lstStyle>
            <a:lvl1pPr defTabSz="256031">
              <a:lnSpc>
                <a:spcPct val="100000"/>
              </a:lnSpc>
              <a:defRPr b="0" spc="0" sz="84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wrapped title keeps all of its lines in this fixed frame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8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1">
            <a:lumOff val="16847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9" name="hello keynote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b="0" spc="0" sz="150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hello keynote</a:t>
            </a:r>
          </a:p>
        </p:txBody>
      </p:sp>
      <p:sp>
        <p:nvSpPr>
          <p:cNvPr id="1180" name="first bullet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>
            <a:lvl1pPr marL="482600" indent="-482600">
              <a:buSzPct val="123000"/>
              <a:buChar char="•"/>
            </a:lvl1pPr>
          </a:lstStyle>
          <a:p>
            <a:pPr/>
            <a:r>
              <a:t>first bullet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9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5">
            <a:hueOff val="-152895"/>
            <a:lumOff val="12368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2" name="wrapped title keeps all of its lines in this fixed frame"/>
          <p:cNvSpPr txBox="1"/>
          <p:nvPr>
            <p:ph type="title" idx="4294967295"/>
          </p:nvPr>
        </p:nvSpPr>
        <p:spPr>
          <a:xfrm>
            <a:off x="698500" y="1854200"/>
            <a:ext cx="11609057" cy="3302000"/>
          </a:xfrm>
          <a:prstGeom prst="rect">
            <a:avLst/>
          </a:prstGeom>
        </p:spPr>
        <p:txBody>
          <a:bodyPr anchor="b"/>
          <a:lstStyle>
            <a:lvl1pPr defTabSz="256031">
              <a:lnSpc>
                <a:spcPct val="100000"/>
              </a:lnSpc>
              <a:defRPr b="0" spc="0" sz="84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wrapped title keeps all of its lines in this fixed frame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9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1">
            <a:lumOff val="16847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6" name="hello keynote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b="0" spc="0" sz="150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hello keynote</a:t>
            </a:r>
          </a:p>
        </p:txBody>
      </p:sp>
      <p:sp>
        <p:nvSpPr>
          <p:cNvPr id="1187" name="first bullet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>
            <a:lvl1pPr marL="482600" indent="-482600">
              <a:buSzPct val="123000"/>
              <a:buChar char="•"/>
            </a:lvl1pPr>
          </a:lstStyle>
          <a:p>
            <a:pPr/>
            <a:r>
              <a:t>first bullet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9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5">
            <a:hueOff val="-152895"/>
            <a:lumOff val="12368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9" name="wrapped title keeps all of its lines in this fixed frame"/>
          <p:cNvSpPr txBox="1"/>
          <p:nvPr>
            <p:ph type="title" idx="4294967295"/>
          </p:nvPr>
        </p:nvSpPr>
        <p:spPr>
          <a:xfrm>
            <a:off x="698500" y="1854200"/>
            <a:ext cx="11609057" cy="3302000"/>
          </a:xfrm>
          <a:prstGeom prst="rect">
            <a:avLst/>
          </a:prstGeom>
        </p:spPr>
        <p:txBody>
          <a:bodyPr anchor="b"/>
          <a:lstStyle>
            <a:lvl1pPr defTabSz="256031">
              <a:lnSpc>
                <a:spcPct val="100000"/>
              </a:lnSpc>
              <a:defRPr b="0" spc="0" sz="84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wrapped title keeps all of its lines in this fixed frame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9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1">
            <a:lumOff val="16847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3" name="hello keynote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b="0" spc="0" sz="150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hello keynote</a:t>
            </a:r>
          </a:p>
        </p:txBody>
      </p:sp>
      <p:sp>
        <p:nvSpPr>
          <p:cNvPr id="1194" name="first bullet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>
            <a:lvl1pPr marL="482600" indent="-482600">
              <a:buSzPct val="123000"/>
              <a:buChar char="•"/>
            </a:lvl1pPr>
          </a:lstStyle>
          <a:p>
            <a:pPr/>
            <a:r>
              <a:t>first bullet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9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5">
            <a:hueOff val="-152895"/>
            <a:lumOff val="12368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6" name="wrapped title keeps all of its lines in this fixed frame"/>
          <p:cNvSpPr txBox="1"/>
          <p:nvPr>
            <p:ph type="title" idx="4294967295"/>
          </p:nvPr>
        </p:nvSpPr>
        <p:spPr>
          <a:xfrm>
            <a:off x="698500" y="1854200"/>
            <a:ext cx="11609057" cy="3302000"/>
          </a:xfrm>
          <a:prstGeom prst="rect">
            <a:avLst/>
          </a:prstGeom>
        </p:spPr>
        <p:txBody>
          <a:bodyPr anchor="b"/>
          <a:lstStyle>
            <a:lvl1pPr defTabSz="256031">
              <a:lnSpc>
                <a:spcPct val="100000"/>
              </a:lnSpc>
              <a:defRPr b="0" spc="0" sz="84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wrapped title keeps all of its lines in this fixed frame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9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1">
            <a:lumOff val="16847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0" name="hello keynote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b="0" spc="0" sz="150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hello keynote</a:t>
            </a:r>
          </a:p>
        </p:txBody>
      </p:sp>
      <p:sp>
        <p:nvSpPr>
          <p:cNvPr id="1201" name="first bullet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>
            <a:lvl1pPr marL="482600" indent="-482600">
              <a:buSzPct val="123000"/>
              <a:buChar char="•"/>
            </a:lvl1pPr>
          </a:lstStyle>
          <a:p>
            <a:pPr/>
            <a:r>
              <a:t>first bullet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9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5">
            <a:hueOff val="-152895"/>
            <a:lumOff val="12368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3" name="wrapped title keeps all of its lines in this fixed frame"/>
          <p:cNvSpPr txBox="1"/>
          <p:nvPr>
            <p:ph type="title" idx="4294967295"/>
          </p:nvPr>
        </p:nvSpPr>
        <p:spPr>
          <a:xfrm>
            <a:off x="698500" y="1854200"/>
            <a:ext cx="11609057" cy="3302000"/>
          </a:xfrm>
          <a:prstGeom prst="rect">
            <a:avLst/>
          </a:prstGeom>
        </p:spPr>
        <p:txBody>
          <a:bodyPr anchor="b"/>
          <a:lstStyle>
            <a:lvl1pPr defTabSz="256031">
              <a:lnSpc>
                <a:spcPct val="100000"/>
              </a:lnSpc>
              <a:defRPr b="0" spc="0" sz="84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wrapped title keeps all of its lines in this fixed frame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9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1">
            <a:lumOff val="16847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7" name="hello keynote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b="0" spc="0" sz="150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hello keynote</a:t>
            </a:r>
          </a:p>
        </p:txBody>
      </p:sp>
      <p:sp>
        <p:nvSpPr>
          <p:cNvPr id="1208" name="first bullet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>
            <a:lvl1pPr marL="482600" indent="-482600">
              <a:buSzPct val="123000"/>
              <a:buChar char="•"/>
            </a:lvl1pPr>
          </a:lstStyle>
          <a:p>
            <a:pPr/>
            <a:r>
              <a:t>first bullet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9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5">
            <a:hueOff val="-152895"/>
            <a:lumOff val="12368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0" name="wrapped title keeps all of its lines in this fixed frame"/>
          <p:cNvSpPr txBox="1"/>
          <p:nvPr>
            <p:ph type="title" idx="4294967295"/>
          </p:nvPr>
        </p:nvSpPr>
        <p:spPr>
          <a:xfrm>
            <a:off x="698500" y="1854200"/>
            <a:ext cx="11609057" cy="3302000"/>
          </a:xfrm>
          <a:prstGeom prst="rect">
            <a:avLst/>
          </a:prstGeom>
        </p:spPr>
        <p:txBody>
          <a:bodyPr anchor="b"/>
          <a:lstStyle>
            <a:lvl1pPr defTabSz="256031">
              <a:lnSpc>
                <a:spcPct val="100000"/>
              </a:lnSpc>
              <a:defRPr b="0" spc="0" sz="84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wrapped title keeps all of its lines in this fixed frame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9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1">
            <a:lumOff val="16847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4" name="hello keynote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b="0" spc="0" sz="150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hello keynote</a:t>
            </a:r>
          </a:p>
        </p:txBody>
      </p:sp>
      <p:sp>
        <p:nvSpPr>
          <p:cNvPr id="1215" name="first bullet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>
            <a:lvl1pPr marL="482600" indent="-482600">
              <a:buSzPct val="123000"/>
              <a:buChar char="•"/>
            </a:lvl1pPr>
          </a:lstStyle>
          <a:p>
            <a:pPr/>
            <a:r>
              <a:t>first bullet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0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5">
            <a:hueOff val="-152895"/>
            <a:lumOff val="12368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7" name="wrapped title keeps all of its lines in this fixed frame"/>
          <p:cNvSpPr txBox="1"/>
          <p:nvPr>
            <p:ph type="title" idx="4294967295"/>
          </p:nvPr>
        </p:nvSpPr>
        <p:spPr>
          <a:xfrm>
            <a:off x="698500" y="1854200"/>
            <a:ext cx="11609057" cy="3302000"/>
          </a:xfrm>
          <a:prstGeom prst="rect">
            <a:avLst/>
          </a:prstGeom>
        </p:spPr>
        <p:txBody>
          <a:bodyPr anchor="b"/>
          <a:lstStyle>
            <a:lvl1pPr defTabSz="256031">
              <a:lnSpc>
                <a:spcPct val="100000"/>
              </a:lnSpc>
              <a:defRPr b="0" spc="0" sz="84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wrapped title keeps all of its lines in this fixed frame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0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1">
            <a:lumOff val="16847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1" name="hello keynote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b="0" spc="0" sz="150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hello keynote</a:t>
            </a:r>
          </a:p>
        </p:txBody>
      </p:sp>
      <p:sp>
        <p:nvSpPr>
          <p:cNvPr id="1222" name="first bullet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>
            <a:lvl1pPr marL="482600" indent="-482600">
              <a:buSzPct val="123000"/>
              <a:buChar char="•"/>
            </a:lvl1pPr>
          </a:lstStyle>
          <a:p>
            <a:pPr/>
            <a:r>
              <a:t>first bullet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0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5">
            <a:hueOff val="-152895"/>
            <a:lumOff val="12368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4" name="wrapped title keeps all of its lines in this fixed frame"/>
          <p:cNvSpPr txBox="1"/>
          <p:nvPr>
            <p:ph type="title" idx="4294967295"/>
          </p:nvPr>
        </p:nvSpPr>
        <p:spPr>
          <a:xfrm>
            <a:off x="698500" y="1854200"/>
            <a:ext cx="11609057" cy="3302000"/>
          </a:xfrm>
          <a:prstGeom prst="rect">
            <a:avLst/>
          </a:prstGeom>
        </p:spPr>
        <p:txBody>
          <a:bodyPr anchor="b"/>
          <a:lstStyle>
            <a:lvl1pPr defTabSz="256031">
              <a:lnSpc>
                <a:spcPct val="100000"/>
              </a:lnSpc>
              <a:defRPr b="0" spc="0" sz="84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wrapped title keeps all of its lines in this fixed frame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0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1">
            <a:lumOff val="16847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" name="hello keynote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b="0" spc="0" sz="150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hello keynote</a:t>
            </a:r>
          </a:p>
        </p:txBody>
      </p:sp>
      <p:sp>
        <p:nvSpPr>
          <p:cNvPr id="1229" name="first bullet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>
            <a:lvl1pPr marL="482600" indent="-482600">
              <a:buSzPct val="123000"/>
              <a:buChar char="•"/>
            </a:lvl1pPr>
          </a:lstStyle>
          <a:p>
            <a:pPr/>
            <a:r>
              <a:t>first bullet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0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5">
            <a:hueOff val="-152895"/>
            <a:lumOff val="12368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1" name="wrapped title keeps all of its lines in this fixed frame"/>
          <p:cNvSpPr txBox="1"/>
          <p:nvPr>
            <p:ph type="title" idx="4294967295"/>
          </p:nvPr>
        </p:nvSpPr>
        <p:spPr>
          <a:xfrm>
            <a:off x="698500" y="1854200"/>
            <a:ext cx="11609057" cy="3302000"/>
          </a:xfrm>
          <a:prstGeom prst="rect">
            <a:avLst/>
          </a:prstGeom>
        </p:spPr>
        <p:txBody>
          <a:bodyPr anchor="b"/>
          <a:lstStyle>
            <a:lvl1pPr defTabSz="256031">
              <a:lnSpc>
                <a:spcPct val="100000"/>
              </a:lnSpc>
              <a:defRPr b="0" spc="0" sz="84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wrapped title keeps all of its lines in this fixed frame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0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1">
            <a:lumOff val="16847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5" name="hello keynote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b="0" spc="0" sz="150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hello keynote</a:t>
            </a:r>
          </a:p>
        </p:txBody>
      </p:sp>
      <p:sp>
        <p:nvSpPr>
          <p:cNvPr id="1236" name="first bullet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>
            <a:lvl1pPr marL="482600" indent="-482600">
              <a:buSzPct val="123000"/>
              <a:buChar char="•"/>
            </a:lvl1pPr>
          </a:lstStyle>
          <a:p>
            <a:pPr/>
            <a:r>
              <a:t>first bullet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0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5">
            <a:hueOff val="-152895"/>
            <a:lumOff val="12368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8" name="wrapped title keeps all of its lines in this fixed frame"/>
          <p:cNvSpPr txBox="1"/>
          <p:nvPr>
            <p:ph type="title" idx="4294967295"/>
          </p:nvPr>
        </p:nvSpPr>
        <p:spPr>
          <a:xfrm>
            <a:off x="698500" y="1854200"/>
            <a:ext cx="11609057" cy="3302000"/>
          </a:xfrm>
          <a:prstGeom prst="rect">
            <a:avLst/>
          </a:prstGeom>
        </p:spPr>
        <p:txBody>
          <a:bodyPr anchor="b"/>
          <a:lstStyle>
            <a:lvl1pPr defTabSz="256031">
              <a:lnSpc>
                <a:spcPct val="100000"/>
              </a:lnSpc>
              <a:defRPr b="0" spc="0" sz="84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wrapped title keeps all of its lines in this fixed frame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0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1">
            <a:lumOff val="16847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2" name="hello keynote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b="0" spc="0" sz="150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hello keynote</a:t>
            </a:r>
          </a:p>
        </p:txBody>
      </p:sp>
      <p:sp>
        <p:nvSpPr>
          <p:cNvPr id="1243" name="first bullet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>
            <a:lvl1pPr marL="482600" indent="-482600">
              <a:buSzPct val="123000"/>
              <a:buChar char="•"/>
            </a:lvl1pPr>
          </a:lstStyle>
          <a:p>
            <a:pPr/>
            <a:r>
              <a:t>first bullet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0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5">
            <a:hueOff val="-152895"/>
            <a:lumOff val="12368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5" name="wrapped title keeps all of its lines in this fixed frame"/>
          <p:cNvSpPr txBox="1"/>
          <p:nvPr>
            <p:ph type="title" idx="4294967295"/>
          </p:nvPr>
        </p:nvSpPr>
        <p:spPr>
          <a:xfrm>
            <a:off x="698500" y="1854200"/>
            <a:ext cx="11609057" cy="3302000"/>
          </a:xfrm>
          <a:prstGeom prst="rect">
            <a:avLst/>
          </a:prstGeom>
        </p:spPr>
        <p:txBody>
          <a:bodyPr anchor="b"/>
          <a:lstStyle>
            <a:lvl1pPr defTabSz="256031">
              <a:lnSpc>
                <a:spcPct val="100000"/>
              </a:lnSpc>
              <a:defRPr b="0" spc="0" sz="84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wrapped title keeps all of its lines in this fixed frame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0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1">
            <a:lumOff val="16847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" name="hello keynote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b="0" spc="0" sz="150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hello keynote</a:t>
            </a:r>
          </a:p>
        </p:txBody>
      </p:sp>
      <p:sp>
        <p:nvSpPr>
          <p:cNvPr id="1250" name="first bullet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>
            <a:lvl1pPr marL="482600" indent="-482600">
              <a:buSzPct val="123000"/>
              <a:buChar char="•"/>
            </a:lvl1pPr>
          </a:lstStyle>
          <a:p>
            <a:pPr/>
            <a:r>
              <a:t>first bullet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5">
            <a:hueOff val="-152895"/>
            <a:lumOff val="12368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2" name="wrapped title keeps all of its lines in this fixed frame"/>
          <p:cNvSpPr txBox="1"/>
          <p:nvPr>
            <p:ph type="title" idx="4294967295"/>
          </p:nvPr>
        </p:nvSpPr>
        <p:spPr>
          <a:xfrm>
            <a:off x="698500" y="1854200"/>
            <a:ext cx="11609057" cy="3302000"/>
          </a:xfrm>
          <a:prstGeom prst="rect">
            <a:avLst/>
          </a:prstGeom>
        </p:spPr>
        <p:txBody>
          <a:bodyPr anchor="b"/>
          <a:lstStyle>
            <a:lvl1pPr defTabSz="256031">
              <a:lnSpc>
                <a:spcPct val="100000"/>
              </a:lnSpc>
              <a:defRPr b="0" spc="0" sz="84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wrapped title keeps all of its lines in this fixed frame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1">
            <a:lumOff val="16847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6" name="hello keynote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b="0" spc="0" sz="150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hello keynote</a:t>
            </a:r>
          </a:p>
        </p:txBody>
      </p:sp>
      <p:sp>
        <p:nvSpPr>
          <p:cNvPr id="1257" name="first bullet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>
            <a:lvl1pPr marL="482600" indent="-482600">
              <a:buSzPct val="123000"/>
              <a:buChar char="•"/>
            </a:lvl1pPr>
          </a:lstStyle>
          <a:p>
            <a:pPr/>
            <a:r>
              <a:t>first bullet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5">
            <a:hueOff val="-152895"/>
            <a:lumOff val="12368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" name="wrapped title keeps all of its lines in this fixed frame"/>
          <p:cNvSpPr txBox="1"/>
          <p:nvPr>
            <p:ph type="title" idx="4294967295"/>
          </p:nvPr>
        </p:nvSpPr>
        <p:spPr>
          <a:xfrm>
            <a:off x="698500" y="1854200"/>
            <a:ext cx="11609057" cy="3302000"/>
          </a:xfrm>
          <a:prstGeom prst="rect">
            <a:avLst/>
          </a:prstGeom>
        </p:spPr>
        <p:txBody>
          <a:bodyPr anchor="b"/>
          <a:lstStyle>
            <a:lvl1pPr defTabSz="256031">
              <a:lnSpc>
                <a:spcPct val="100000"/>
              </a:lnSpc>
              <a:defRPr b="0" spc="0" sz="84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wrapped title keeps all of its lines in this fixed frame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1">
            <a:lumOff val="16847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3" name="hello keynote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b="0" spc="0" sz="150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hello keynote</a:t>
            </a:r>
          </a:p>
        </p:txBody>
      </p:sp>
      <p:sp>
        <p:nvSpPr>
          <p:cNvPr id="1264" name="first bullet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>
            <a:lvl1pPr marL="482600" indent="-482600">
              <a:buSzPct val="123000"/>
              <a:buChar char="•"/>
            </a:lvl1pPr>
          </a:lstStyle>
          <a:p>
            <a:pPr/>
            <a:r>
              <a:t>first bullet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5">
            <a:hueOff val="-152895"/>
            <a:lumOff val="12368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6" name="wrapped title keeps all of its lines in this fixed frame"/>
          <p:cNvSpPr txBox="1"/>
          <p:nvPr>
            <p:ph type="title" idx="4294967295"/>
          </p:nvPr>
        </p:nvSpPr>
        <p:spPr>
          <a:xfrm>
            <a:off x="698500" y="1854200"/>
            <a:ext cx="11609057" cy="3302000"/>
          </a:xfrm>
          <a:prstGeom prst="rect">
            <a:avLst/>
          </a:prstGeom>
        </p:spPr>
        <p:txBody>
          <a:bodyPr anchor="b"/>
          <a:lstStyle>
            <a:lvl1pPr defTabSz="256031">
              <a:lnSpc>
                <a:spcPct val="100000"/>
              </a:lnSpc>
              <a:defRPr b="0" spc="0" sz="84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wrapped title keeps all of its lines in this fixed frame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1">
            <a:lumOff val="16847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0" name="hello keynote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b="0" spc="0" sz="150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hello keynote</a:t>
            </a:r>
          </a:p>
        </p:txBody>
      </p:sp>
      <p:sp>
        <p:nvSpPr>
          <p:cNvPr id="1271" name="first bullet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>
            <a:lvl1pPr marL="482600" indent="-482600">
              <a:buSzPct val="123000"/>
              <a:buChar char="•"/>
            </a:lvl1pPr>
          </a:lstStyle>
          <a:p>
            <a:pPr/>
            <a:r>
              <a:t>first bullet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5">
            <a:hueOff val="-152895"/>
            <a:lumOff val="12368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3" name="wrapped title keeps all of its lines in this fixed frame"/>
          <p:cNvSpPr txBox="1"/>
          <p:nvPr>
            <p:ph type="title" idx="4294967295"/>
          </p:nvPr>
        </p:nvSpPr>
        <p:spPr>
          <a:xfrm>
            <a:off x="698500" y="1854200"/>
            <a:ext cx="11609057" cy="3302000"/>
          </a:xfrm>
          <a:prstGeom prst="rect">
            <a:avLst/>
          </a:prstGeom>
        </p:spPr>
        <p:txBody>
          <a:bodyPr anchor="b"/>
          <a:lstStyle>
            <a:lvl1pPr defTabSz="256031">
              <a:lnSpc>
                <a:spcPct val="100000"/>
              </a:lnSpc>
              <a:defRPr b="0" spc="0" sz="84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wrapped title keeps all of its lines in this fixed frame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1">
            <a:lumOff val="16847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7" name="hello keynote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b="0" spc="0" sz="150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hello keynote</a:t>
            </a:r>
          </a:p>
        </p:txBody>
      </p:sp>
      <p:sp>
        <p:nvSpPr>
          <p:cNvPr id="1278" name="first bullet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>
            <a:lvl1pPr marL="482600" indent="-482600">
              <a:buSzPct val="123000"/>
              <a:buChar char="•"/>
            </a:lvl1pPr>
          </a:lstStyle>
          <a:p>
            <a:pPr/>
            <a:r>
              <a:t>first bullet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5">
            <a:hueOff val="-152895"/>
            <a:lumOff val="12368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" name="wrapped title keeps all of its lines in this fixed frame"/>
          <p:cNvSpPr txBox="1"/>
          <p:nvPr>
            <p:ph type="title" idx="4294967295"/>
          </p:nvPr>
        </p:nvSpPr>
        <p:spPr>
          <a:xfrm>
            <a:off x="698500" y="1854200"/>
            <a:ext cx="11609057" cy="3302000"/>
          </a:xfrm>
          <a:prstGeom prst="rect">
            <a:avLst/>
          </a:prstGeom>
        </p:spPr>
        <p:txBody>
          <a:bodyPr anchor="b"/>
          <a:lstStyle>
            <a:lvl1pPr defTabSz="256031">
              <a:lnSpc>
                <a:spcPct val="100000"/>
              </a:lnSpc>
              <a:defRPr b="0" spc="0" sz="84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wrapped title keeps all of its lines in this fixed frame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1">
            <a:lumOff val="16847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4" name="hello keynote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b="0" spc="0" sz="150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hello keynote</a:t>
            </a:r>
          </a:p>
        </p:txBody>
      </p:sp>
      <p:sp>
        <p:nvSpPr>
          <p:cNvPr id="1285" name="first bullet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>
            <a:lvl1pPr marL="482600" indent="-482600">
              <a:buSzPct val="123000"/>
              <a:buChar char="•"/>
            </a:lvl1pPr>
          </a:lstStyle>
          <a:p>
            <a:pPr/>
            <a:r>
              <a:t>first bullet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5">
            <a:hueOff val="-152895"/>
            <a:lumOff val="12368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7" name="wrapped title keeps all of its lines in this fixed frame"/>
          <p:cNvSpPr txBox="1"/>
          <p:nvPr>
            <p:ph type="title" idx="4294967295"/>
          </p:nvPr>
        </p:nvSpPr>
        <p:spPr>
          <a:xfrm>
            <a:off x="698500" y="1854200"/>
            <a:ext cx="11609057" cy="3302000"/>
          </a:xfrm>
          <a:prstGeom prst="rect">
            <a:avLst/>
          </a:prstGeom>
        </p:spPr>
        <p:txBody>
          <a:bodyPr anchor="b"/>
          <a:lstStyle>
            <a:lvl1pPr defTabSz="256031">
              <a:lnSpc>
                <a:spcPct val="100000"/>
              </a:lnSpc>
              <a:defRPr b="0" spc="0" sz="84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wrapped title keeps all of its lines in this fixed frame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1">
            <a:lumOff val="16847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1" name="hello keynote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b="0" spc="0" sz="150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hello keynote</a:t>
            </a:r>
          </a:p>
        </p:txBody>
      </p:sp>
      <p:sp>
        <p:nvSpPr>
          <p:cNvPr id="1292" name="first bullet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>
            <a:lvl1pPr marL="482600" indent="-482600">
              <a:buSzPct val="123000"/>
              <a:buChar char="•"/>
            </a:lvl1pPr>
          </a:lstStyle>
          <a:p>
            <a:pPr/>
            <a:r>
              <a:t>first bullet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5">
            <a:hueOff val="-152895"/>
            <a:lumOff val="12368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4" name="wrapped title keeps all of its lines in this fixed frame"/>
          <p:cNvSpPr txBox="1"/>
          <p:nvPr>
            <p:ph type="title" idx="4294967295"/>
          </p:nvPr>
        </p:nvSpPr>
        <p:spPr>
          <a:xfrm>
            <a:off x="698500" y="1854200"/>
            <a:ext cx="11609057" cy="3302000"/>
          </a:xfrm>
          <a:prstGeom prst="rect">
            <a:avLst/>
          </a:prstGeom>
        </p:spPr>
        <p:txBody>
          <a:bodyPr anchor="b"/>
          <a:lstStyle>
            <a:lvl1pPr defTabSz="256031">
              <a:lnSpc>
                <a:spcPct val="100000"/>
              </a:lnSpc>
              <a:defRPr b="0" spc="0" sz="84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wrapped title keeps all of its lines in this fixed frame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1">
            <a:lumOff val="16847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8" name="hello keynote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b="0" spc="0" sz="150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hello keynote</a:t>
            </a:r>
          </a:p>
        </p:txBody>
      </p:sp>
      <p:sp>
        <p:nvSpPr>
          <p:cNvPr id="1299" name="first bullet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>
            <a:lvl1pPr marL="482600" indent="-482600">
              <a:buSzPct val="123000"/>
              <a:buChar char="•"/>
            </a:lvl1pPr>
          </a:lstStyle>
          <a:p>
            <a:pPr/>
            <a:r>
              <a:t>first bullet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5">
            <a:hueOff val="-152895"/>
            <a:lumOff val="12368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1" name="wrapped title keeps all of its lines in this fixed frame"/>
          <p:cNvSpPr txBox="1"/>
          <p:nvPr>
            <p:ph type="title" idx="4294967295"/>
          </p:nvPr>
        </p:nvSpPr>
        <p:spPr>
          <a:xfrm>
            <a:off x="698500" y="1854200"/>
            <a:ext cx="11609057" cy="3302000"/>
          </a:xfrm>
          <a:prstGeom prst="rect">
            <a:avLst/>
          </a:prstGeom>
        </p:spPr>
        <p:txBody>
          <a:bodyPr anchor="b"/>
          <a:lstStyle>
            <a:lvl1pPr defTabSz="256031">
              <a:lnSpc>
                <a:spcPct val="100000"/>
              </a:lnSpc>
              <a:defRPr b="0" spc="0" sz="84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wrapped title keeps all of its lines in this fixed frame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1">
            <a:lumOff val="16847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5" name="hello keynote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b="0" spc="0" sz="150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hello keynote</a:t>
            </a:r>
          </a:p>
        </p:txBody>
      </p:sp>
      <p:sp>
        <p:nvSpPr>
          <p:cNvPr id="1306" name="first bullet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>
            <a:lvl1pPr marL="482600" indent="-482600">
              <a:buSzPct val="123000"/>
              <a:buChar char="•"/>
            </a:lvl1pPr>
          </a:lstStyle>
          <a:p>
            <a:pPr/>
            <a:r>
              <a:t>first bullet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5">
            <a:hueOff val="-152895"/>
            <a:lumOff val="12368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8" name="wrapped title keeps all of its lines in this fixed frame"/>
          <p:cNvSpPr txBox="1"/>
          <p:nvPr>
            <p:ph type="title" idx="4294967295"/>
          </p:nvPr>
        </p:nvSpPr>
        <p:spPr>
          <a:xfrm>
            <a:off x="698500" y="1854200"/>
            <a:ext cx="11609057" cy="3302000"/>
          </a:xfrm>
          <a:prstGeom prst="rect">
            <a:avLst/>
          </a:prstGeom>
        </p:spPr>
        <p:txBody>
          <a:bodyPr anchor="b"/>
          <a:lstStyle>
            <a:lvl1pPr defTabSz="256031">
              <a:lnSpc>
                <a:spcPct val="100000"/>
              </a:lnSpc>
              <a:defRPr b="0" spc="0" sz="84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wrapped title keeps all of its lines in this fixed frame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1">
            <a:lumOff val="16847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2" name="hello keynote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b="0" spc="0" sz="150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hello keynote</a:t>
            </a:r>
          </a:p>
        </p:txBody>
      </p:sp>
      <p:sp>
        <p:nvSpPr>
          <p:cNvPr id="1313" name="first bullet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>
            <a:lvl1pPr marL="482600" indent="-482600">
              <a:buSzPct val="123000"/>
              <a:buChar char="•"/>
            </a:lvl1pPr>
          </a:lstStyle>
          <a:p>
            <a:pPr/>
            <a:r>
              <a:t>first bullet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5">
            <a:hueOff val="-152895"/>
            <a:lumOff val="12368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5" name="wrapped title keeps all of its lines in this fixed frame"/>
          <p:cNvSpPr txBox="1"/>
          <p:nvPr>
            <p:ph type="title" idx="4294967295"/>
          </p:nvPr>
        </p:nvSpPr>
        <p:spPr>
          <a:xfrm>
            <a:off x="698500" y="1854200"/>
            <a:ext cx="11609057" cy="3302000"/>
          </a:xfrm>
          <a:prstGeom prst="rect">
            <a:avLst/>
          </a:prstGeom>
        </p:spPr>
        <p:txBody>
          <a:bodyPr anchor="b"/>
          <a:lstStyle>
            <a:lvl1pPr defTabSz="256031">
              <a:lnSpc>
                <a:spcPct val="100000"/>
              </a:lnSpc>
              <a:defRPr b="0" spc="0" sz="84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wrapped title keeps all of its lines in this fixed frame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1">
            <a:lumOff val="16847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9" name="hello keynote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b="0" spc="0" sz="150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hello keynote</a:t>
            </a:r>
          </a:p>
        </p:txBody>
      </p:sp>
      <p:sp>
        <p:nvSpPr>
          <p:cNvPr id="1320" name="first bullet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>
            <a:lvl1pPr marL="482600" indent="-482600">
              <a:buSzPct val="123000"/>
              <a:buChar char="•"/>
            </a:lvl1pPr>
          </a:lstStyle>
          <a:p>
            <a:pPr/>
            <a:r>
              <a:t>first bullet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5">
            <a:hueOff val="-152895"/>
            <a:lumOff val="12368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2" name="wrapped title keeps all of its lines in this fixed frame"/>
          <p:cNvSpPr txBox="1"/>
          <p:nvPr>
            <p:ph type="title" idx="4294967295"/>
          </p:nvPr>
        </p:nvSpPr>
        <p:spPr>
          <a:xfrm>
            <a:off x="698500" y="1854200"/>
            <a:ext cx="11609057" cy="3302000"/>
          </a:xfrm>
          <a:prstGeom prst="rect">
            <a:avLst/>
          </a:prstGeom>
        </p:spPr>
        <p:txBody>
          <a:bodyPr anchor="b"/>
          <a:lstStyle>
            <a:lvl1pPr defTabSz="256031">
              <a:lnSpc>
                <a:spcPct val="100000"/>
              </a:lnSpc>
              <a:defRPr b="0" spc="0" sz="84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wrapped title keeps all of its lines in this fixed frame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1">
            <a:lumOff val="16847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6" name="hello keynote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b="0" spc="0" sz="150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hello keynote</a:t>
            </a:r>
          </a:p>
        </p:txBody>
      </p:sp>
      <p:sp>
        <p:nvSpPr>
          <p:cNvPr id="1327" name="first bullet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>
            <a:lvl1pPr marL="482600" indent="-482600">
              <a:buSzPct val="123000"/>
              <a:buChar char="•"/>
            </a:lvl1pPr>
          </a:lstStyle>
          <a:p>
            <a:pPr/>
            <a:r>
              <a:t>first bullet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5">
            <a:hueOff val="-152895"/>
            <a:lumOff val="12368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9" name="wrapped title keeps all of its lines in this fixed frame"/>
          <p:cNvSpPr txBox="1"/>
          <p:nvPr>
            <p:ph type="title" idx="4294967295"/>
          </p:nvPr>
        </p:nvSpPr>
        <p:spPr>
          <a:xfrm>
            <a:off x="698500" y="1854200"/>
            <a:ext cx="11609057" cy="3302000"/>
          </a:xfrm>
          <a:prstGeom prst="rect">
            <a:avLst/>
          </a:prstGeom>
        </p:spPr>
        <p:txBody>
          <a:bodyPr anchor="b"/>
          <a:lstStyle>
            <a:lvl1pPr defTabSz="256031">
              <a:lnSpc>
                <a:spcPct val="100000"/>
              </a:lnSpc>
              <a:defRPr b="0" spc="0" sz="84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wrapped title keeps all of its lines in this fixed frame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1">
            <a:lumOff val="16847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3" name="hello keynote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b="0" spc="0" sz="150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hello keynote</a:t>
            </a:r>
          </a:p>
        </p:txBody>
      </p:sp>
      <p:sp>
        <p:nvSpPr>
          <p:cNvPr id="1334" name="first bullet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>
            <a:lvl1pPr marL="482600" indent="-482600">
              <a:buSzPct val="123000"/>
              <a:buChar char="•"/>
            </a:lvl1pPr>
          </a:lstStyle>
          <a:p>
            <a:pPr/>
            <a:r>
              <a:t>first bullet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5">
            <a:hueOff val="-152895"/>
            <a:lumOff val="12368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6" name="wrapped title keeps all of its lines in this fixed frame"/>
          <p:cNvSpPr txBox="1"/>
          <p:nvPr>
            <p:ph type="title" idx="4294967295"/>
          </p:nvPr>
        </p:nvSpPr>
        <p:spPr>
          <a:xfrm>
            <a:off x="698500" y="1854200"/>
            <a:ext cx="11609057" cy="3302000"/>
          </a:xfrm>
          <a:prstGeom prst="rect">
            <a:avLst/>
          </a:prstGeom>
        </p:spPr>
        <p:txBody>
          <a:bodyPr anchor="b"/>
          <a:lstStyle>
            <a:lvl1pPr defTabSz="256031">
              <a:lnSpc>
                <a:spcPct val="100000"/>
              </a:lnSpc>
              <a:defRPr b="0" spc="0" sz="84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wrapped title keeps all of its lines in this fixed frame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1">
            <a:lumOff val="16847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0" name="hello keynote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b="0" spc="0" sz="150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hello keynote</a:t>
            </a:r>
          </a:p>
        </p:txBody>
      </p:sp>
      <p:sp>
        <p:nvSpPr>
          <p:cNvPr id="1341" name="first bullet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>
            <a:lvl1pPr marL="482600" indent="-482600">
              <a:buSzPct val="123000"/>
              <a:buChar char="•"/>
            </a:lvl1pPr>
          </a:lstStyle>
          <a:p>
            <a:pPr/>
            <a:r>
              <a:t>first bullet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5">
            <a:hueOff val="-152895"/>
            <a:lumOff val="12368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3" name="wrapped title keeps all of its lines in this fixed frame"/>
          <p:cNvSpPr txBox="1"/>
          <p:nvPr>
            <p:ph type="title" idx="4294967295"/>
          </p:nvPr>
        </p:nvSpPr>
        <p:spPr>
          <a:xfrm>
            <a:off x="698500" y="1854200"/>
            <a:ext cx="11609057" cy="3302000"/>
          </a:xfrm>
          <a:prstGeom prst="rect">
            <a:avLst/>
          </a:prstGeom>
        </p:spPr>
        <p:txBody>
          <a:bodyPr anchor="b"/>
          <a:lstStyle>
            <a:lvl1pPr defTabSz="256031">
              <a:lnSpc>
                <a:spcPct val="100000"/>
              </a:lnSpc>
              <a:defRPr b="0" spc="0" sz="84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wrapped title keeps all of its lines in this fixed frame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1">
            <a:lumOff val="16847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7" name="hello keynote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b="0" spc="0" sz="150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hello keynote</a:t>
            </a:r>
          </a:p>
        </p:txBody>
      </p:sp>
      <p:sp>
        <p:nvSpPr>
          <p:cNvPr id="1348" name="first bullet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>
            <a:lvl1pPr marL="482600" indent="-482600">
              <a:buSzPct val="123000"/>
              <a:buChar char="•"/>
            </a:lvl1pPr>
          </a:lstStyle>
          <a:p>
            <a:pPr/>
            <a:r>
              <a:t>first bullet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5">
            <a:hueOff val="-152895"/>
            <a:lumOff val="12368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0" name="wrapped title keeps all of its lines in this fixed frame"/>
          <p:cNvSpPr txBox="1"/>
          <p:nvPr>
            <p:ph type="title" idx="4294967295"/>
          </p:nvPr>
        </p:nvSpPr>
        <p:spPr>
          <a:xfrm>
            <a:off x="698500" y="1854200"/>
            <a:ext cx="11609057" cy="3302000"/>
          </a:xfrm>
          <a:prstGeom prst="rect">
            <a:avLst/>
          </a:prstGeom>
        </p:spPr>
        <p:txBody>
          <a:bodyPr anchor="b"/>
          <a:lstStyle>
            <a:lvl1pPr defTabSz="256031">
              <a:lnSpc>
                <a:spcPct val="100000"/>
              </a:lnSpc>
              <a:defRPr b="0" spc="0" sz="84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wrapped title keeps all of its lines in this fixed frame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1">
            <a:lumOff val="16847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4" name="hello keynote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b="0" spc="0" sz="150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hello keynote</a:t>
            </a:r>
          </a:p>
        </p:txBody>
      </p:sp>
      <p:sp>
        <p:nvSpPr>
          <p:cNvPr id="1355" name="first bullet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>
            <a:lvl1pPr marL="482600" indent="-482600">
              <a:buSzPct val="123000"/>
              <a:buChar char="•"/>
            </a:lvl1pPr>
          </a:lstStyle>
          <a:p>
            <a:pPr/>
            <a:r>
              <a:t>first bullet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4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5">
            <a:hueOff val="-152895"/>
            <a:lumOff val="12368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7" name="wrapped title keeps all of its lines in this fixed frame"/>
          <p:cNvSpPr txBox="1"/>
          <p:nvPr>
            <p:ph type="title" idx="4294967295"/>
          </p:nvPr>
        </p:nvSpPr>
        <p:spPr>
          <a:xfrm>
            <a:off x="698500" y="1854200"/>
            <a:ext cx="11609057" cy="3302000"/>
          </a:xfrm>
          <a:prstGeom prst="rect">
            <a:avLst/>
          </a:prstGeom>
        </p:spPr>
        <p:txBody>
          <a:bodyPr anchor="b"/>
          <a:lstStyle>
            <a:lvl1pPr defTabSz="256031">
              <a:lnSpc>
                <a:spcPct val="100000"/>
              </a:lnSpc>
              <a:defRPr b="0" spc="0" sz="84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wrapped title keeps all of its lines in this fixed frame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4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1">
            <a:lumOff val="16847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" name="hello keynote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b="0" spc="0" sz="150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hello keynote</a:t>
            </a:r>
          </a:p>
        </p:txBody>
      </p:sp>
      <p:sp>
        <p:nvSpPr>
          <p:cNvPr id="1362" name="first bullet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>
            <a:lvl1pPr marL="482600" indent="-482600">
              <a:buSzPct val="123000"/>
              <a:buChar char="•"/>
            </a:lvl1pPr>
          </a:lstStyle>
          <a:p>
            <a:pPr/>
            <a:r>
              <a:t>first bullet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4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5">
            <a:hueOff val="-152895"/>
            <a:lumOff val="12368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4" name="wrapped title keeps all of its lines in this fixed frame"/>
          <p:cNvSpPr txBox="1"/>
          <p:nvPr>
            <p:ph type="title" idx="4294967295"/>
          </p:nvPr>
        </p:nvSpPr>
        <p:spPr>
          <a:xfrm>
            <a:off x="698500" y="1854200"/>
            <a:ext cx="11609057" cy="3302000"/>
          </a:xfrm>
          <a:prstGeom prst="rect">
            <a:avLst/>
          </a:prstGeom>
        </p:spPr>
        <p:txBody>
          <a:bodyPr anchor="b"/>
          <a:lstStyle>
            <a:lvl1pPr defTabSz="256031">
              <a:lnSpc>
                <a:spcPct val="100000"/>
              </a:lnSpc>
              <a:defRPr b="0" spc="0" sz="84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wrapped title keeps all of its lines in this fixed frame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4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1">
            <a:lumOff val="16847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8" name="hello keynote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b="0" spc="0" sz="150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hello keynote</a:t>
            </a:r>
          </a:p>
        </p:txBody>
      </p:sp>
      <p:sp>
        <p:nvSpPr>
          <p:cNvPr id="1369" name="first bullet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>
            <a:lvl1pPr marL="482600" indent="-482600">
              <a:buSzPct val="123000"/>
              <a:buChar char="•"/>
            </a:lvl1pPr>
          </a:lstStyle>
          <a:p>
            <a:pPr/>
            <a:r>
              <a:t>first bullet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4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5">
            <a:hueOff val="-152895"/>
            <a:lumOff val="12368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1" name="wrapped title keeps all of its lines in this fixed frame"/>
          <p:cNvSpPr txBox="1"/>
          <p:nvPr>
            <p:ph type="title" idx="4294967295"/>
          </p:nvPr>
        </p:nvSpPr>
        <p:spPr>
          <a:xfrm>
            <a:off x="698500" y="1854200"/>
            <a:ext cx="11609057" cy="3302000"/>
          </a:xfrm>
          <a:prstGeom prst="rect">
            <a:avLst/>
          </a:prstGeom>
        </p:spPr>
        <p:txBody>
          <a:bodyPr anchor="b"/>
          <a:lstStyle>
            <a:lvl1pPr defTabSz="256031">
              <a:lnSpc>
                <a:spcPct val="100000"/>
              </a:lnSpc>
              <a:defRPr b="0" spc="0" sz="84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wrapped title keeps all of its lines in this fixed frame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4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1">
            <a:lumOff val="16847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5" name="hello keynote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b="0" spc="0" sz="150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hello keynote</a:t>
            </a:r>
          </a:p>
        </p:txBody>
      </p:sp>
      <p:sp>
        <p:nvSpPr>
          <p:cNvPr id="1376" name="first bullet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>
            <a:lvl1pPr marL="482600" indent="-482600">
              <a:buSzPct val="123000"/>
              <a:buChar char="•"/>
            </a:lvl1pPr>
          </a:lstStyle>
          <a:p>
            <a:pPr/>
            <a:r>
              <a:t>first bullet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4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5">
            <a:hueOff val="-152895"/>
            <a:lumOff val="12368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8" name="wrapped title keeps all of its lines in this fixed frame"/>
          <p:cNvSpPr txBox="1"/>
          <p:nvPr>
            <p:ph type="title" idx="4294967295"/>
          </p:nvPr>
        </p:nvSpPr>
        <p:spPr>
          <a:xfrm>
            <a:off x="698500" y="1854200"/>
            <a:ext cx="11609057" cy="3302000"/>
          </a:xfrm>
          <a:prstGeom prst="rect">
            <a:avLst/>
          </a:prstGeom>
        </p:spPr>
        <p:txBody>
          <a:bodyPr anchor="b"/>
          <a:lstStyle>
            <a:lvl1pPr defTabSz="256031">
              <a:lnSpc>
                <a:spcPct val="100000"/>
              </a:lnSpc>
              <a:defRPr b="0" spc="0" sz="84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wrapped title keeps all of its lines in this fixed frame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4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1">
            <a:lumOff val="16847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" name="hello keynote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b="0" spc="0" sz="150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hello keynote</a:t>
            </a:r>
          </a:p>
        </p:txBody>
      </p:sp>
      <p:sp>
        <p:nvSpPr>
          <p:cNvPr id="1383" name="first bullet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>
            <a:lvl1pPr marL="482600" indent="-482600">
              <a:buSzPct val="123000"/>
              <a:buChar char="•"/>
            </a:lvl1pPr>
          </a:lstStyle>
          <a:p>
            <a:pPr/>
            <a:r>
              <a:t>first bullet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4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5">
            <a:hueOff val="-152895"/>
            <a:lumOff val="12368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5" name="wrapped title keeps all of its lines in this fixed frame"/>
          <p:cNvSpPr txBox="1"/>
          <p:nvPr>
            <p:ph type="title" idx="4294967295"/>
          </p:nvPr>
        </p:nvSpPr>
        <p:spPr>
          <a:xfrm>
            <a:off x="698500" y="1854200"/>
            <a:ext cx="11609057" cy="3302000"/>
          </a:xfrm>
          <a:prstGeom prst="rect">
            <a:avLst/>
          </a:prstGeom>
        </p:spPr>
        <p:txBody>
          <a:bodyPr anchor="b"/>
          <a:lstStyle>
            <a:lvl1pPr defTabSz="256031">
              <a:lnSpc>
                <a:spcPct val="100000"/>
              </a:lnSpc>
              <a:defRPr b="0" spc="0" sz="84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wrapped title keeps all of its lines in this fixed frame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4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1">
            <a:lumOff val="16847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9" name="hello keynote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b="0" spc="0" sz="150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hello keynote</a:t>
            </a:r>
          </a:p>
        </p:txBody>
      </p:sp>
      <p:sp>
        <p:nvSpPr>
          <p:cNvPr id="1390" name="first bullet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>
            <a:lvl1pPr marL="482600" indent="-482600">
              <a:buSzPct val="123000"/>
              <a:buChar char="•"/>
            </a:lvl1pPr>
          </a:lstStyle>
          <a:p>
            <a:pPr/>
            <a:r>
              <a:t>first bullet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5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5">
            <a:hueOff val="-152895"/>
            <a:lumOff val="12368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" name="wrapped title keeps all of its lines in this fixed frame"/>
          <p:cNvSpPr txBox="1"/>
          <p:nvPr>
            <p:ph type="title" idx="4294967295"/>
          </p:nvPr>
        </p:nvSpPr>
        <p:spPr>
          <a:xfrm>
            <a:off x="698500" y="1854200"/>
            <a:ext cx="11609057" cy="3302000"/>
          </a:xfrm>
          <a:prstGeom prst="rect">
            <a:avLst/>
          </a:prstGeom>
        </p:spPr>
        <p:txBody>
          <a:bodyPr anchor="b"/>
          <a:lstStyle>
            <a:lvl1pPr defTabSz="256031">
              <a:lnSpc>
                <a:spcPct val="100000"/>
              </a:lnSpc>
              <a:defRPr b="0" spc="0" sz="84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wrapped title keeps all of its lines in this fixed frame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5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1">
            <a:lumOff val="16847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6" name="hello keynote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b="0" spc="0" sz="150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hello keynote</a:t>
            </a:r>
          </a:p>
        </p:txBody>
      </p:sp>
      <p:sp>
        <p:nvSpPr>
          <p:cNvPr id="1397" name="first bullet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>
            <a:lvl1pPr marL="482600" indent="-482600">
              <a:buSzPct val="123000"/>
              <a:buChar char="•"/>
            </a:lvl1pPr>
          </a:lstStyle>
          <a:p>
            <a:pPr/>
            <a:r>
              <a:t>first bullet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5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5">
            <a:hueOff val="-152895"/>
            <a:lumOff val="12368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9" name="wrapped title keeps all of its lines in this fixed frame"/>
          <p:cNvSpPr txBox="1"/>
          <p:nvPr>
            <p:ph type="title" idx="4294967295"/>
          </p:nvPr>
        </p:nvSpPr>
        <p:spPr>
          <a:xfrm>
            <a:off x="698500" y="1854200"/>
            <a:ext cx="11609057" cy="3302000"/>
          </a:xfrm>
          <a:prstGeom prst="rect">
            <a:avLst/>
          </a:prstGeom>
        </p:spPr>
        <p:txBody>
          <a:bodyPr anchor="b"/>
          <a:lstStyle>
            <a:lvl1pPr defTabSz="256031">
              <a:lnSpc>
                <a:spcPct val="100000"/>
              </a:lnSpc>
              <a:defRPr b="0" spc="0" sz="84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wrapped title keeps all of its lines in this fixed frame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5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1">
            <a:lumOff val="16847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3" name="hello keynote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b="0" spc="0" sz="150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hello keynote</a:t>
            </a:r>
          </a:p>
        </p:txBody>
      </p:sp>
      <p:sp>
        <p:nvSpPr>
          <p:cNvPr id="1404" name="first bullet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>
            <a:lvl1pPr marL="482600" indent="-482600">
              <a:buSzPct val="123000"/>
              <a:buChar char="•"/>
            </a:lvl1pPr>
          </a:lstStyle>
          <a:p>
            <a:pPr/>
            <a:r>
              <a:t>first bullet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5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5">
            <a:hueOff val="-152895"/>
            <a:lumOff val="12368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6" name="wrapped title keeps all of its lines in this fixed frame"/>
          <p:cNvSpPr txBox="1"/>
          <p:nvPr>
            <p:ph type="title" idx="4294967295"/>
          </p:nvPr>
        </p:nvSpPr>
        <p:spPr>
          <a:xfrm>
            <a:off x="698500" y="1854200"/>
            <a:ext cx="11609057" cy="3302000"/>
          </a:xfrm>
          <a:prstGeom prst="rect">
            <a:avLst/>
          </a:prstGeom>
        </p:spPr>
        <p:txBody>
          <a:bodyPr anchor="b"/>
          <a:lstStyle>
            <a:lvl1pPr defTabSz="256031">
              <a:lnSpc>
                <a:spcPct val="100000"/>
              </a:lnSpc>
              <a:defRPr b="0" spc="0" sz="84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wrapped title keeps all of its lines in this fixed frame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5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1">
            <a:lumOff val="16847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0" name="hello keynote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b="0" spc="0" sz="150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hello keynote</a:t>
            </a:r>
          </a:p>
        </p:txBody>
      </p:sp>
      <p:sp>
        <p:nvSpPr>
          <p:cNvPr id="1411" name="first bullet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>
            <a:lvl1pPr marL="482600" indent="-482600">
              <a:buSzPct val="123000"/>
              <a:buChar char="•"/>
            </a:lvl1pPr>
          </a:lstStyle>
          <a:p>
            <a:pPr/>
            <a:r>
              <a:t>first bullet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5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5">
            <a:hueOff val="-152895"/>
            <a:lumOff val="12368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" name="wrapped title keeps all of its lines in this fixed frame"/>
          <p:cNvSpPr txBox="1"/>
          <p:nvPr>
            <p:ph type="title" idx="4294967295"/>
          </p:nvPr>
        </p:nvSpPr>
        <p:spPr>
          <a:xfrm>
            <a:off x="698500" y="1854200"/>
            <a:ext cx="11609057" cy="3302000"/>
          </a:xfrm>
          <a:prstGeom prst="rect">
            <a:avLst/>
          </a:prstGeom>
        </p:spPr>
        <p:txBody>
          <a:bodyPr anchor="b"/>
          <a:lstStyle>
            <a:lvl1pPr defTabSz="256031">
              <a:lnSpc>
                <a:spcPct val="100000"/>
              </a:lnSpc>
              <a:defRPr b="0" spc="0" sz="84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wrapped title keeps all of its lines in this fixed frame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5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1">
            <a:lumOff val="16847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7" name="hello keynote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b="0" spc="0" sz="150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hello keynote</a:t>
            </a:r>
          </a:p>
        </p:txBody>
      </p:sp>
      <p:sp>
        <p:nvSpPr>
          <p:cNvPr id="1418" name="first bullet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>
            <a:lvl1pPr marL="482600" indent="-482600">
              <a:buSzPct val="123000"/>
              <a:buChar char="•"/>
            </a:lvl1pPr>
          </a:lstStyle>
          <a:p>
            <a:pPr/>
            <a:r>
              <a:t>first bullet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5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5">
            <a:hueOff val="-152895"/>
            <a:lumOff val="12368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0" name="wrapped title keeps all of its lines in this fixed frame"/>
          <p:cNvSpPr txBox="1"/>
          <p:nvPr>
            <p:ph type="title" idx="4294967295"/>
          </p:nvPr>
        </p:nvSpPr>
        <p:spPr>
          <a:xfrm>
            <a:off x="698500" y="1854200"/>
            <a:ext cx="11609057" cy="3302000"/>
          </a:xfrm>
          <a:prstGeom prst="rect">
            <a:avLst/>
          </a:prstGeom>
        </p:spPr>
        <p:txBody>
          <a:bodyPr anchor="b"/>
          <a:lstStyle>
            <a:lvl1pPr defTabSz="256031">
              <a:lnSpc>
                <a:spcPct val="100000"/>
              </a:lnSpc>
              <a:defRPr b="0" spc="0" sz="84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wrapped title keeps all of its lines in this fixed frame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5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1">
            <a:lumOff val="16847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4" name="hello keynote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b="0" spc="0" sz="150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hello keynote</a:t>
            </a:r>
          </a:p>
        </p:txBody>
      </p:sp>
      <p:sp>
        <p:nvSpPr>
          <p:cNvPr id="1425" name="first bullet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>
            <a:lvl1pPr marL="482600" indent="-482600">
              <a:buSzPct val="123000"/>
              <a:buChar char="•"/>
            </a:lvl1pPr>
          </a:lstStyle>
          <a:p>
            <a:pPr/>
            <a:r>
              <a:t>first bullet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6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5">
            <a:hueOff val="-152895"/>
            <a:lumOff val="12368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7" name="wrapped title keeps all of its lines in this fixed frame"/>
          <p:cNvSpPr txBox="1"/>
          <p:nvPr>
            <p:ph type="title" idx="4294967295"/>
          </p:nvPr>
        </p:nvSpPr>
        <p:spPr>
          <a:xfrm>
            <a:off x="698500" y="1854200"/>
            <a:ext cx="11609057" cy="3302000"/>
          </a:xfrm>
          <a:prstGeom prst="rect">
            <a:avLst/>
          </a:prstGeom>
        </p:spPr>
        <p:txBody>
          <a:bodyPr anchor="b"/>
          <a:lstStyle>
            <a:lvl1pPr defTabSz="256031">
              <a:lnSpc>
                <a:spcPct val="100000"/>
              </a:lnSpc>
              <a:defRPr b="0" spc="0" sz="84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wrapped title keeps all of its lines in this fixed frame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6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1">
            <a:lumOff val="16847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1" name="hello keynote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b="0" spc="0" sz="150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hello keynote</a:t>
            </a:r>
          </a:p>
        </p:txBody>
      </p:sp>
      <p:sp>
        <p:nvSpPr>
          <p:cNvPr id="1432" name="first bullet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>
            <a:lvl1pPr marL="482600" indent="-482600">
              <a:buSzPct val="123000"/>
              <a:buChar char="•"/>
            </a:lvl1pPr>
          </a:lstStyle>
          <a:p>
            <a:pPr/>
            <a:r>
              <a:t>first bullet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6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5">
            <a:hueOff val="-152895"/>
            <a:lumOff val="12368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" name="wrapped title keeps all of its lines in this fixed frame"/>
          <p:cNvSpPr txBox="1"/>
          <p:nvPr>
            <p:ph type="title" idx="4294967295"/>
          </p:nvPr>
        </p:nvSpPr>
        <p:spPr>
          <a:xfrm>
            <a:off x="698500" y="1854200"/>
            <a:ext cx="11609057" cy="3302000"/>
          </a:xfrm>
          <a:prstGeom prst="rect">
            <a:avLst/>
          </a:prstGeom>
        </p:spPr>
        <p:txBody>
          <a:bodyPr anchor="b"/>
          <a:lstStyle>
            <a:lvl1pPr defTabSz="256031">
              <a:lnSpc>
                <a:spcPct val="100000"/>
              </a:lnSpc>
              <a:defRPr b="0" spc="0" sz="84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wrapped title keeps all of its lines in this fixed frame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6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1">
            <a:lumOff val="16847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8" name="hello keynote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b="0" spc="0" sz="150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hello keynote</a:t>
            </a:r>
          </a:p>
        </p:txBody>
      </p:sp>
      <p:sp>
        <p:nvSpPr>
          <p:cNvPr id="1439" name="first bullet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>
            <a:lvl1pPr marL="482600" indent="-482600">
              <a:buSzPct val="123000"/>
              <a:buChar char="•"/>
            </a:lvl1pPr>
          </a:lstStyle>
          <a:p>
            <a:pPr/>
            <a:r>
              <a:t>first bullet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6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5">
            <a:hueOff val="-152895"/>
            <a:lumOff val="12368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1" name="wrapped title keeps all of its lines in this fixed frame"/>
          <p:cNvSpPr txBox="1"/>
          <p:nvPr>
            <p:ph type="title" idx="4294967295"/>
          </p:nvPr>
        </p:nvSpPr>
        <p:spPr>
          <a:xfrm>
            <a:off x="698500" y="1854200"/>
            <a:ext cx="11609057" cy="3302000"/>
          </a:xfrm>
          <a:prstGeom prst="rect">
            <a:avLst/>
          </a:prstGeom>
        </p:spPr>
        <p:txBody>
          <a:bodyPr anchor="b"/>
          <a:lstStyle>
            <a:lvl1pPr defTabSz="256031">
              <a:lnSpc>
                <a:spcPct val="100000"/>
              </a:lnSpc>
              <a:defRPr b="0" spc="0" sz="84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wrapped title keeps all of its lines in this fixed frame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6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1">
            <a:lumOff val="16847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5" name="hello keynote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b="0" spc="0" sz="150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hello keynote</a:t>
            </a:r>
          </a:p>
        </p:txBody>
      </p:sp>
      <p:sp>
        <p:nvSpPr>
          <p:cNvPr id="1446" name="first bullet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>
            <a:lvl1pPr marL="482600" indent="-482600">
              <a:buSzPct val="123000"/>
              <a:buChar char="•"/>
            </a:lvl1pPr>
          </a:lstStyle>
          <a:p>
            <a:pPr/>
            <a:r>
              <a:t>first bullet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6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5">
            <a:hueOff val="-152895"/>
            <a:lumOff val="12368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8" name="wrapped title keeps all of its lines in this fixed frame"/>
          <p:cNvSpPr txBox="1"/>
          <p:nvPr>
            <p:ph type="title" idx="4294967295"/>
          </p:nvPr>
        </p:nvSpPr>
        <p:spPr>
          <a:xfrm>
            <a:off x="698500" y="1854200"/>
            <a:ext cx="11609057" cy="3302000"/>
          </a:xfrm>
          <a:prstGeom prst="rect">
            <a:avLst/>
          </a:prstGeom>
        </p:spPr>
        <p:txBody>
          <a:bodyPr anchor="b"/>
          <a:lstStyle>
            <a:lvl1pPr defTabSz="256031">
              <a:lnSpc>
                <a:spcPct val="100000"/>
              </a:lnSpc>
              <a:defRPr b="0" spc="0" sz="84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wrapped title keeps all of its lines in this fixed frame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6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1">
            <a:lumOff val="16847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2" name="hello keynote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b="0" spc="0" sz="150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hello keynote</a:t>
            </a:r>
          </a:p>
        </p:txBody>
      </p:sp>
      <p:sp>
        <p:nvSpPr>
          <p:cNvPr id="1453" name="first bullet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>
            <a:lvl1pPr marL="482600" indent="-482600">
              <a:buSzPct val="123000"/>
              <a:buChar char="•"/>
            </a:lvl1pPr>
          </a:lstStyle>
          <a:p>
            <a:pPr/>
            <a:r>
              <a:t>first bullet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6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5">
            <a:hueOff val="-152895"/>
            <a:lumOff val="12368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5" name="wrapped title keeps all of its lines in this fixed frame"/>
          <p:cNvSpPr txBox="1"/>
          <p:nvPr>
            <p:ph type="title" idx="4294967295"/>
          </p:nvPr>
        </p:nvSpPr>
        <p:spPr>
          <a:xfrm>
            <a:off x="698500" y="1854200"/>
            <a:ext cx="11609057" cy="3302000"/>
          </a:xfrm>
          <a:prstGeom prst="rect">
            <a:avLst/>
          </a:prstGeom>
        </p:spPr>
        <p:txBody>
          <a:bodyPr anchor="b"/>
          <a:lstStyle>
            <a:lvl1pPr defTabSz="256031">
              <a:lnSpc>
                <a:spcPct val="100000"/>
              </a:lnSpc>
              <a:defRPr b="0" spc="0" sz="84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wrapped title keeps all of its lines in this fixed frame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6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1">
            <a:lumOff val="16847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9" name="hello keynote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b="0" spc="0" sz="150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hello keynote</a:t>
            </a:r>
          </a:p>
        </p:txBody>
      </p:sp>
      <p:sp>
        <p:nvSpPr>
          <p:cNvPr id="1460" name="first bullet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>
            <a:lvl1pPr marL="482600" indent="-482600">
              <a:buSzPct val="123000"/>
              <a:buChar char="•"/>
            </a:lvl1pPr>
          </a:lstStyle>
          <a:p>
            <a:pPr/>
            <a:r>
              <a:t>first bullet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7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5">
            <a:hueOff val="-152895"/>
            <a:lumOff val="12368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2" name="wrapped title keeps all of its lines in this fixed frame"/>
          <p:cNvSpPr txBox="1"/>
          <p:nvPr>
            <p:ph type="title" idx="4294967295"/>
          </p:nvPr>
        </p:nvSpPr>
        <p:spPr>
          <a:xfrm>
            <a:off x="698500" y="1854200"/>
            <a:ext cx="11609057" cy="3302000"/>
          </a:xfrm>
          <a:prstGeom prst="rect">
            <a:avLst/>
          </a:prstGeom>
        </p:spPr>
        <p:txBody>
          <a:bodyPr anchor="b"/>
          <a:lstStyle>
            <a:lvl1pPr defTabSz="256031">
              <a:lnSpc>
                <a:spcPct val="100000"/>
              </a:lnSpc>
              <a:defRPr b="0" spc="0" sz="84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wrapped title keeps all of its lines in this fixed frame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7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1">
            <a:lumOff val="16847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6" name="hello keynote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b="0" spc="0" sz="150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hello keynote</a:t>
            </a:r>
          </a:p>
        </p:txBody>
      </p:sp>
      <p:sp>
        <p:nvSpPr>
          <p:cNvPr id="1467" name="first bullet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>
            <a:lvl1pPr marL="482600" indent="-482600">
              <a:buSzPct val="123000"/>
              <a:buChar char="•"/>
            </a:lvl1pPr>
          </a:lstStyle>
          <a:p>
            <a:pPr/>
            <a:r>
              <a:t>first bullet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7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5">
            <a:hueOff val="-152895"/>
            <a:lumOff val="12368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9" name="wrapped title keeps all of its lines in this fixed frame"/>
          <p:cNvSpPr txBox="1"/>
          <p:nvPr>
            <p:ph type="title" idx="4294967295"/>
          </p:nvPr>
        </p:nvSpPr>
        <p:spPr>
          <a:xfrm>
            <a:off x="698500" y="1854200"/>
            <a:ext cx="11609057" cy="3302000"/>
          </a:xfrm>
          <a:prstGeom prst="rect">
            <a:avLst/>
          </a:prstGeom>
        </p:spPr>
        <p:txBody>
          <a:bodyPr anchor="b"/>
          <a:lstStyle>
            <a:lvl1pPr defTabSz="256031">
              <a:lnSpc>
                <a:spcPct val="100000"/>
              </a:lnSpc>
              <a:defRPr b="0" spc="0" sz="84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wrapped title keeps all of its lines in this fixed frame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7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1">
            <a:lumOff val="16847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3" name="hello keynote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b="0" spc="0" sz="150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hello keynote</a:t>
            </a:r>
          </a:p>
        </p:txBody>
      </p:sp>
      <p:sp>
        <p:nvSpPr>
          <p:cNvPr id="1474" name="first bullet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>
            <a:lvl1pPr marL="482600" indent="-482600">
              <a:buSzPct val="123000"/>
              <a:buChar char="•"/>
            </a:lvl1pPr>
          </a:lstStyle>
          <a:p>
            <a:pPr/>
            <a:r>
              <a:t>first bullet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7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5">
            <a:hueOff val="-152895"/>
            <a:lumOff val="12368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6" name="wrapped title keeps all of its lines in this fixed frame"/>
          <p:cNvSpPr txBox="1"/>
          <p:nvPr>
            <p:ph type="title" idx="4294967295"/>
          </p:nvPr>
        </p:nvSpPr>
        <p:spPr>
          <a:xfrm>
            <a:off x="698500" y="1854200"/>
            <a:ext cx="11609057" cy="3302000"/>
          </a:xfrm>
          <a:prstGeom prst="rect">
            <a:avLst/>
          </a:prstGeom>
        </p:spPr>
        <p:txBody>
          <a:bodyPr anchor="b"/>
          <a:lstStyle>
            <a:lvl1pPr defTabSz="256031">
              <a:lnSpc>
                <a:spcPct val="100000"/>
              </a:lnSpc>
              <a:defRPr b="0" spc="0" sz="84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wrapped title keeps all of its lines in this fixed frame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7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1">
            <a:lumOff val="16847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0" name="hello keynote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b="0" spc="0" sz="150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hello keynote</a:t>
            </a:r>
          </a:p>
        </p:txBody>
      </p:sp>
      <p:sp>
        <p:nvSpPr>
          <p:cNvPr id="1481" name="first bullet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>
            <a:lvl1pPr marL="482600" indent="-482600">
              <a:buSzPct val="123000"/>
              <a:buChar char="•"/>
            </a:lvl1pPr>
          </a:lstStyle>
          <a:p>
            <a:pPr/>
            <a:r>
              <a:t>first bullet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7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5">
            <a:hueOff val="-152895"/>
            <a:lumOff val="12368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3" name="wrapped title keeps all of its lines in this fixed frame"/>
          <p:cNvSpPr txBox="1"/>
          <p:nvPr>
            <p:ph type="title" idx="4294967295"/>
          </p:nvPr>
        </p:nvSpPr>
        <p:spPr>
          <a:xfrm>
            <a:off x="698500" y="1854200"/>
            <a:ext cx="11609057" cy="3302000"/>
          </a:xfrm>
          <a:prstGeom prst="rect">
            <a:avLst/>
          </a:prstGeom>
        </p:spPr>
        <p:txBody>
          <a:bodyPr anchor="b"/>
          <a:lstStyle>
            <a:lvl1pPr defTabSz="256031">
              <a:lnSpc>
                <a:spcPct val="100000"/>
              </a:lnSpc>
              <a:defRPr b="0" spc="0" sz="84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wrapped title keeps all of its lines in this fixed frame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7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1">
            <a:lumOff val="16847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7" name="hello keynote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b="0" spc="0" sz="150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hello keynote</a:t>
            </a:r>
          </a:p>
        </p:txBody>
      </p:sp>
      <p:sp>
        <p:nvSpPr>
          <p:cNvPr id="1488" name="first bullet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>
            <a:lvl1pPr marL="482600" indent="-482600">
              <a:buSzPct val="123000"/>
              <a:buChar char="•"/>
            </a:lvl1pPr>
          </a:lstStyle>
          <a:p>
            <a:pPr/>
            <a:r>
              <a:t>first bullet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7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5">
            <a:hueOff val="-152895"/>
            <a:lumOff val="12368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0" name="wrapped title keeps all of its lines in this fixed frame"/>
          <p:cNvSpPr txBox="1"/>
          <p:nvPr>
            <p:ph type="title" idx="4294967295"/>
          </p:nvPr>
        </p:nvSpPr>
        <p:spPr>
          <a:xfrm>
            <a:off x="698500" y="1854200"/>
            <a:ext cx="11609057" cy="3302000"/>
          </a:xfrm>
          <a:prstGeom prst="rect">
            <a:avLst/>
          </a:prstGeom>
        </p:spPr>
        <p:txBody>
          <a:bodyPr anchor="b"/>
          <a:lstStyle>
            <a:lvl1pPr defTabSz="256031">
              <a:lnSpc>
                <a:spcPct val="100000"/>
              </a:lnSpc>
              <a:defRPr b="0" spc="0" sz="84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wrapped title keeps all of its lines in this fixed frame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7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1">
            <a:lumOff val="16847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4" name="hello keynote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b="0" spc="0" sz="150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hello keynote</a:t>
            </a:r>
          </a:p>
        </p:txBody>
      </p:sp>
      <p:sp>
        <p:nvSpPr>
          <p:cNvPr id="1495" name="first bullet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>
            <a:lvl1pPr marL="482600" indent="-482600">
              <a:buSzPct val="123000"/>
              <a:buChar char="•"/>
            </a:lvl1pPr>
          </a:lstStyle>
          <a:p>
            <a:pPr/>
            <a:r>
              <a:t>first bullet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8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5">
            <a:hueOff val="-152895"/>
            <a:lumOff val="12368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7" name="wrapped title keeps all of its lines in this fixed frame"/>
          <p:cNvSpPr txBox="1"/>
          <p:nvPr>
            <p:ph type="title" idx="4294967295"/>
          </p:nvPr>
        </p:nvSpPr>
        <p:spPr>
          <a:xfrm>
            <a:off x="698500" y="1854200"/>
            <a:ext cx="11609057" cy="3302000"/>
          </a:xfrm>
          <a:prstGeom prst="rect">
            <a:avLst/>
          </a:prstGeom>
        </p:spPr>
        <p:txBody>
          <a:bodyPr anchor="b"/>
          <a:lstStyle>
            <a:lvl1pPr defTabSz="256031">
              <a:lnSpc>
                <a:spcPct val="100000"/>
              </a:lnSpc>
              <a:defRPr b="0" spc="0" sz="84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wrapped title keeps all of its lines in this fixed frame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8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1">
            <a:lumOff val="16847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1" name="hello keynote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b="0" spc="0" sz="150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hello keynote</a:t>
            </a:r>
          </a:p>
        </p:txBody>
      </p:sp>
      <p:sp>
        <p:nvSpPr>
          <p:cNvPr id="1502" name="first bullet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>
            <a:lvl1pPr marL="482600" indent="-482600">
              <a:buSzPct val="123000"/>
              <a:buChar char="•"/>
            </a:lvl1pPr>
          </a:lstStyle>
          <a:p>
            <a:pPr/>
            <a:r>
              <a:t>first bullet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8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5">
            <a:hueOff val="-152895"/>
            <a:lumOff val="12368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4" name="wrapped title keeps all of its lines in this fixed frame"/>
          <p:cNvSpPr txBox="1"/>
          <p:nvPr>
            <p:ph type="title" idx="4294967295"/>
          </p:nvPr>
        </p:nvSpPr>
        <p:spPr>
          <a:xfrm>
            <a:off x="698500" y="1854200"/>
            <a:ext cx="11609057" cy="3302000"/>
          </a:xfrm>
          <a:prstGeom prst="rect">
            <a:avLst/>
          </a:prstGeom>
        </p:spPr>
        <p:txBody>
          <a:bodyPr anchor="b"/>
          <a:lstStyle>
            <a:lvl1pPr defTabSz="256031">
              <a:lnSpc>
                <a:spcPct val="100000"/>
              </a:lnSpc>
              <a:defRPr b="0" spc="0" sz="84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wrapped title keeps all of its lines in this fixed frame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8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1">
            <a:lumOff val="16847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8" name="hello keynote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b="0" spc="0" sz="150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hello keynote</a:t>
            </a:r>
          </a:p>
        </p:txBody>
      </p:sp>
      <p:sp>
        <p:nvSpPr>
          <p:cNvPr id="1509" name="first bullet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>
            <a:lvl1pPr marL="482600" indent="-482600">
              <a:buSzPct val="123000"/>
              <a:buChar char="•"/>
            </a:lvl1pPr>
          </a:lstStyle>
          <a:p>
            <a:pPr/>
            <a:r>
              <a:t>first bullet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8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5">
            <a:hueOff val="-152895"/>
            <a:lumOff val="12368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1" name="wrapped title keeps all of its lines in this fixed frame"/>
          <p:cNvSpPr txBox="1"/>
          <p:nvPr>
            <p:ph type="title" idx="4294967295"/>
          </p:nvPr>
        </p:nvSpPr>
        <p:spPr>
          <a:xfrm>
            <a:off x="698500" y="1854200"/>
            <a:ext cx="11609057" cy="3302000"/>
          </a:xfrm>
          <a:prstGeom prst="rect">
            <a:avLst/>
          </a:prstGeom>
        </p:spPr>
        <p:txBody>
          <a:bodyPr anchor="b"/>
          <a:lstStyle>
            <a:lvl1pPr defTabSz="256031">
              <a:lnSpc>
                <a:spcPct val="100000"/>
              </a:lnSpc>
              <a:defRPr b="0" spc="0" sz="84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wrapped title keeps all of its lines in this fixed frame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8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1">
            <a:lumOff val="16847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" name="hello keynote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b="0" spc="0" sz="150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hello keynote</a:t>
            </a:r>
          </a:p>
        </p:txBody>
      </p:sp>
      <p:sp>
        <p:nvSpPr>
          <p:cNvPr id="1516" name="first bullet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>
            <a:lvl1pPr marL="482600" indent="-482600">
              <a:buSzPct val="123000"/>
              <a:buChar char="•"/>
            </a:lvl1pPr>
          </a:lstStyle>
          <a:p>
            <a:pPr/>
            <a:r>
              <a:t>first bullet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8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5">
            <a:hueOff val="-152895"/>
            <a:lumOff val="12368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8" name="wrapped title keeps all of its lines in this fixed frame"/>
          <p:cNvSpPr txBox="1"/>
          <p:nvPr>
            <p:ph type="title" idx="4294967295"/>
          </p:nvPr>
        </p:nvSpPr>
        <p:spPr>
          <a:xfrm>
            <a:off x="698500" y="1854200"/>
            <a:ext cx="11609057" cy="3302000"/>
          </a:xfrm>
          <a:prstGeom prst="rect">
            <a:avLst/>
          </a:prstGeom>
        </p:spPr>
        <p:txBody>
          <a:bodyPr anchor="b"/>
          <a:lstStyle>
            <a:lvl1pPr defTabSz="256031">
              <a:lnSpc>
                <a:spcPct val="100000"/>
              </a:lnSpc>
              <a:defRPr b="0" spc="0" sz="84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wrapped title keeps all of its lines in this fixed frame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8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1">
            <a:lumOff val="16847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2" name="hello keynote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b="0" spc="0" sz="150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hello keynote</a:t>
            </a:r>
          </a:p>
        </p:txBody>
      </p:sp>
      <p:sp>
        <p:nvSpPr>
          <p:cNvPr id="1523" name="first bullet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>
            <a:lvl1pPr marL="482600" indent="-482600">
              <a:buSzPct val="123000"/>
              <a:buChar char="•"/>
            </a:lvl1pPr>
          </a:lstStyle>
          <a:p>
            <a:pPr/>
            <a:r>
              <a:t>first bullet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8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5">
            <a:hueOff val="-152895"/>
            <a:lumOff val="12368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" name="wrapped title keeps all of its lines in this fixed frame"/>
          <p:cNvSpPr txBox="1"/>
          <p:nvPr>
            <p:ph type="title" idx="4294967295"/>
          </p:nvPr>
        </p:nvSpPr>
        <p:spPr>
          <a:xfrm>
            <a:off x="698500" y="1854200"/>
            <a:ext cx="11609057" cy="3302000"/>
          </a:xfrm>
          <a:prstGeom prst="rect">
            <a:avLst/>
          </a:prstGeom>
        </p:spPr>
        <p:txBody>
          <a:bodyPr anchor="b"/>
          <a:lstStyle>
            <a:lvl1pPr defTabSz="256031">
              <a:lnSpc>
                <a:spcPct val="100000"/>
              </a:lnSpc>
              <a:defRPr b="0" spc="0" sz="84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wrapped title keeps all of its lines in this fixed frame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8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1">
            <a:lumOff val="16847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9" name="hello keynote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b="0" spc="0" sz="150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hello keynote</a:t>
            </a:r>
          </a:p>
        </p:txBody>
      </p:sp>
      <p:sp>
        <p:nvSpPr>
          <p:cNvPr id="1530" name="first bullet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>
            <a:lvl1pPr marL="482600" indent="-482600">
              <a:buSzPct val="123000"/>
              <a:buChar char="•"/>
            </a:lvl1pPr>
          </a:lstStyle>
          <a:p>
            <a:pPr/>
            <a:r>
              <a:t>first bullet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9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5">
            <a:hueOff val="-152895"/>
            <a:lumOff val="12368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2" name="wrapped title keeps all of its lines in this fixed frame"/>
          <p:cNvSpPr txBox="1"/>
          <p:nvPr>
            <p:ph type="title" idx="4294967295"/>
          </p:nvPr>
        </p:nvSpPr>
        <p:spPr>
          <a:xfrm>
            <a:off x="698500" y="1854200"/>
            <a:ext cx="11609057" cy="3302000"/>
          </a:xfrm>
          <a:prstGeom prst="rect">
            <a:avLst/>
          </a:prstGeom>
        </p:spPr>
        <p:txBody>
          <a:bodyPr anchor="b"/>
          <a:lstStyle>
            <a:lvl1pPr defTabSz="256031">
              <a:lnSpc>
                <a:spcPct val="100000"/>
              </a:lnSpc>
              <a:defRPr b="0" spc="0" sz="84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wrapped title keeps all of its lines in this fixed frame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9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1">
            <a:lumOff val="16847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" name="hello keynote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b="0" spc="0" sz="150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hello keynote</a:t>
            </a:r>
          </a:p>
        </p:txBody>
      </p:sp>
      <p:sp>
        <p:nvSpPr>
          <p:cNvPr id="1537" name="first bullet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>
            <a:lvl1pPr marL="482600" indent="-482600">
              <a:buSzPct val="123000"/>
              <a:buChar char="•"/>
            </a:lvl1pPr>
          </a:lstStyle>
          <a:p>
            <a:pPr/>
            <a:r>
              <a:t>first bullet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9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5">
            <a:hueOff val="-152895"/>
            <a:lumOff val="12368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9" name="wrapped title keeps all of its lines in this fixed frame"/>
          <p:cNvSpPr txBox="1"/>
          <p:nvPr>
            <p:ph type="title" idx="4294967295"/>
          </p:nvPr>
        </p:nvSpPr>
        <p:spPr>
          <a:xfrm>
            <a:off x="698500" y="1854200"/>
            <a:ext cx="11609057" cy="3302000"/>
          </a:xfrm>
          <a:prstGeom prst="rect">
            <a:avLst/>
          </a:prstGeom>
        </p:spPr>
        <p:txBody>
          <a:bodyPr anchor="b"/>
          <a:lstStyle>
            <a:lvl1pPr defTabSz="256031">
              <a:lnSpc>
                <a:spcPct val="100000"/>
              </a:lnSpc>
              <a:defRPr b="0" spc="0" sz="84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wrapped title keeps all of its lines in this fixed frame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9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1">
            <a:lumOff val="16847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3" name="hello keynote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b="0" spc="0" sz="150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hello keynote</a:t>
            </a:r>
          </a:p>
        </p:txBody>
      </p:sp>
      <p:sp>
        <p:nvSpPr>
          <p:cNvPr id="1544" name="first bullet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>
            <a:lvl1pPr marL="482600" indent="-482600">
              <a:buSzPct val="123000"/>
              <a:buChar char="•"/>
            </a:lvl1pPr>
          </a:lstStyle>
          <a:p>
            <a:pPr/>
            <a:r>
              <a:t>first bullet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9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5">
            <a:hueOff val="-152895"/>
            <a:lumOff val="12368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" name="wrapped title keeps all of its lines in this fixed frame"/>
          <p:cNvSpPr txBox="1"/>
          <p:nvPr>
            <p:ph type="title" idx="4294967295"/>
          </p:nvPr>
        </p:nvSpPr>
        <p:spPr>
          <a:xfrm>
            <a:off x="698500" y="1854200"/>
            <a:ext cx="11609057" cy="3302000"/>
          </a:xfrm>
          <a:prstGeom prst="rect">
            <a:avLst/>
          </a:prstGeom>
        </p:spPr>
        <p:txBody>
          <a:bodyPr anchor="b"/>
          <a:lstStyle>
            <a:lvl1pPr defTabSz="256031">
              <a:lnSpc>
                <a:spcPct val="100000"/>
              </a:lnSpc>
              <a:defRPr b="0" spc="0" sz="84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wrapped title keeps all of its lines in this fixed frame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9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1">
            <a:lumOff val="16847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0" name="hello keynote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b="0" spc="0" sz="150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hello keynote</a:t>
            </a:r>
          </a:p>
        </p:txBody>
      </p:sp>
      <p:sp>
        <p:nvSpPr>
          <p:cNvPr id="1551" name="first bullet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>
            <a:lvl1pPr marL="482600" indent="-482600">
              <a:buSzPct val="123000"/>
              <a:buChar char="•"/>
            </a:lvl1pPr>
          </a:lstStyle>
          <a:p>
            <a:pPr/>
            <a:r>
              <a:t>first bullet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9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5">
            <a:hueOff val="-152895"/>
            <a:lumOff val="12368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3" name="wrapped title keeps all of its lines in this fixed frame"/>
          <p:cNvSpPr txBox="1"/>
          <p:nvPr>
            <p:ph type="title" idx="4294967295"/>
          </p:nvPr>
        </p:nvSpPr>
        <p:spPr>
          <a:xfrm>
            <a:off x="698500" y="1854200"/>
            <a:ext cx="11609057" cy="3302000"/>
          </a:xfrm>
          <a:prstGeom prst="rect">
            <a:avLst/>
          </a:prstGeom>
        </p:spPr>
        <p:txBody>
          <a:bodyPr anchor="b"/>
          <a:lstStyle>
            <a:lvl1pPr defTabSz="256031">
              <a:lnSpc>
                <a:spcPct val="100000"/>
              </a:lnSpc>
              <a:defRPr b="0" spc="0" sz="84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wrapped title keeps all of its lines in this fixed frame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9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1">
            <a:lumOff val="16847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7" name="hello keynote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b="0" spc="0" sz="150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hello keynote</a:t>
            </a:r>
          </a:p>
        </p:txBody>
      </p:sp>
      <p:sp>
        <p:nvSpPr>
          <p:cNvPr id="1558" name="first bullet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>
            <a:lvl1pPr marL="482600" indent="-482600">
              <a:buSzPct val="123000"/>
              <a:buChar char="•"/>
            </a:lvl1pPr>
          </a:lstStyle>
          <a:p>
            <a:pPr/>
            <a:r>
              <a:t>first bullet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9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5">
            <a:hueOff val="-152895"/>
            <a:lumOff val="12368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0" name="wrapped title keeps all of its lines in this fixed frame"/>
          <p:cNvSpPr txBox="1"/>
          <p:nvPr>
            <p:ph type="title" idx="4294967295"/>
          </p:nvPr>
        </p:nvSpPr>
        <p:spPr>
          <a:xfrm>
            <a:off x="698500" y="1854200"/>
            <a:ext cx="11609057" cy="3302000"/>
          </a:xfrm>
          <a:prstGeom prst="rect">
            <a:avLst/>
          </a:prstGeom>
        </p:spPr>
        <p:txBody>
          <a:bodyPr anchor="b"/>
          <a:lstStyle>
            <a:lvl1pPr defTabSz="256031">
              <a:lnSpc>
                <a:spcPct val="100000"/>
              </a:lnSpc>
              <a:defRPr b="0" spc="0" sz="84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wrapped title keeps all of its lines in this fixed frame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9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1">
            <a:lumOff val="16847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4" name="hello keynote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b="0" spc="0" sz="150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hello keynote</a:t>
            </a:r>
          </a:p>
        </p:txBody>
      </p:sp>
      <p:sp>
        <p:nvSpPr>
          <p:cNvPr id="1565" name="first bullet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>
            <a:lvl1pPr marL="482600" indent="-482600">
              <a:buSzPct val="123000"/>
              <a:buChar char="•"/>
            </a:lvl1pPr>
          </a:lstStyle>
          <a:p>
            <a:pPr/>
            <a:r>
              <a:t>first bullet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0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5">
            <a:hueOff val="-152895"/>
            <a:lumOff val="12368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7" name="wrapped title keeps all of its lines in this fixed frame"/>
          <p:cNvSpPr txBox="1"/>
          <p:nvPr>
            <p:ph type="title" idx="4294967295"/>
          </p:nvPr>
        </p:nvSpPr>
        <p:spPr>
          <a:xfrm>
            <a:off x="698500" y="1854200"/>
            <a:ext cx="11609057" cy="3302000"/>
          </a:xfrm>
          <a:prstGeom prst="rect">
            <a:avLst/>
          </a:prstGeom>
        </p:spPr>
        <p:txBody>
          <a:bodyPr anchor="b"/>
          <a:lstStyle>
            <a:lvl1pPr defTabSz="256031">
              <a:lnSpc>
                <a:spcPct val="100000"/>
              </a:lnSpc>
              <a:defRPr b="0" spc="0" sz="84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wrapped title keeps all of its lines in this fixed frame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0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1">
            <a:lumOff val="16847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1" name="hello keynote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b="0" spc="0" sz="150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hello keynote</a:t>
            </a:r>
          </a:p>
        </p:txBody>
      </p:sp>
      <p:sp>
        <p:nvSpPr>
          <p:cNvPr id="1572" name="first bullet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>
            <a:lvl1pPr marL="482600" indent="-482600">
              <a:buSzPct val="123000"/>
              <a:buChar char="•"/>
            </a:lvl1pPr>
          </a:lstStyle>
          <a:p>
            <a:pPr/>
            <a:r>
              <a:t>first bullet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0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5">
            <a:hueOff val="-152895"/>
            <a:lumOff val="12368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4" name="wrapped title keeps all of its lines in this fixed frame"/>
          <p:cNvSpPr txBox="1"/>
          <p:nvPr>
            <p:ph type="title" idx="4294967295"/>
          </p:nvPr>
        </p:nvSpPr>
        <p:spPr>
          <a:xfrm>
            <a:off x="698500" y="1854200"/>
            <a:ext cx="11609057" cy="3302000"/>
          </a:xfrm>
          <a:prstGeom prst="rect">
            <a:avLst/>
          </a:prstGeom>
        </p:spPr>
        <p:txBody>
          <a:bodyPr anchor="b"/>
          <a:lstStyle>
            <a:lvl1pPr defTabSz="256031">
              <a:lnSpc>
                <a:spcPct val="100000"/>
              </a:lnSpc>
              <a:defRPr b="0" spc="0" sz="84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wrapped title keeps all of its lines in this fixed frame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0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1">
            <a:lumOff val="16847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8" name="hello keynote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b="0" spc="0" sz="150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hello keynote</a:t>
            </a:r>
          </a:p>
        </p:txBody>
      </p:sp>
      <p:sp>
        <p:nvSpPr>
          <p:cNvPr id="1579" name="first bullet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>
            <a:lvl1pPr marL="482600" indent="-482600">
              <a:buSzPct val="123000"/>
              <a:buChar char="•"/>
            </a:lvl1pPr>
          </a:lstStyle>
          <a:p>
            <a:pPr/>
            <a:r>
              <a:t>first bullet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0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5">
            <a:hueOff val="-152895"/>
            <a:lumOff val="12368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1" name="wrapped title keeps all of its lines in this fixed frame"/>
          <p:cNvSpPr txBox="1"/>
          <p:nvPr>
            <p:ph type="title" idx="4294967295"/>
          </p:nvPr>
        </p:nvSpPr>
        <p:spPr>
          <a:xfrm>
            <a:off x="698500" y="1854200"/>
            <a:ext cx="11609057" cy="3302000"/>
          </a:xfrm>
          <a:prstGeom prst="rect">
            <a:avLst/>
          </a:prstGeom>
        </p:spPr>
        <p:txBody>
          <a:bodyPr anchor="b"/>
          <a:lstStyle>
            <a:lvl1pPr defTabSz="256031">
              <a:lnSpc>
                <a:spcPct val="100000"/>
              </a:lnSpc>
              <a:defRPr b="0" spc="0" sz="84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wrapped title keeps all of its lines in this fixed frame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0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1">
            <a:lumOff val="16847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5" name="hello keynote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b="0" spc="0" sz="150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hello keynote</a:t>
            </a:r>
          </a:p>
        </p:txBody>
      </p:sp>
      <p:sp>
        <p:nvSpPr>
          <p:cNvPr id="1586" name="first bullet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>
            <a:lvl1pPr marL="482600" indent="-482600">
              <a:buSzPct val="123000"/>
              <a:buChar char="•"/>
            </a:lvl1pPr>
          </a:lstStyle>
          <a:p>
            <a:pPr/>
            <a:r>
              <a:t>first bullet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0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5">
            <a:hueOff val="-152895"/>
            <a:lumOff val="12368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8" name="wrapped title keeps all of its lines in this fixed frame"/>
          <p:cNvSpPr txBox="1"/>
          <p:nvPr>
            <p:ph type="title" idx="4294967295"/>
          </p:nvPr>
        </p:nvSpPr>
        <p:spPr>
          <a:xfrm>
            <a:off x="698500" y="1854200"/>
            <a:ext cx="11609057" cy="3302000"/>
          </a:xfrm>
          <a:prstGeom prst="rect">
            <a:avLst/>
          </a:prstGeom>
        </p:spPr>
        <p:txBody>
          <a:bodyPr anchor="b"/>
          <a:lstStyle>
            <a:lvl1pPr defTabSz="256031">
              <a:lnSpc>
                <a:spcPct val="100000"/>
              </a:lnSpc>
              <a:defRPr b="0" spc="0" sz="84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wrapped title keeps all of its lines in this fixed frame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0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1">
            <a:lumOff val="16847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2" name="hello keynote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b="0" spc="0" sz="150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hello keynote</a:t>
            </a:r>
          </a:p>
        </p:txBody>
      </p:sp>
      <p:sp>
        <p:nvSpPr>
          <p:cNvPr id="1593" name="first bullet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>
            <a:lvl1pPr marL="482600" indent="-482600">
              <a:buSzPct val="123000"/>
              <a:buChar char="•"/>
            </a:lvl1pPr>
          </a:lstStyle>
          <a:p>
            <a:pPr/>
            <a:r>
              <a:t>first bullet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0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5">
            <a:hueOff val="-152895"/>
            <a:lumOff val="12368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5" name="wrapped title keeps all of its lines in this fixed frame"/>
          <p:cNvSpPr txBox="1"/>
          <p:nvPr>
            <p:ph type="title" idx="4294967295"/>
          </p:nvPr>
        </p:nvSpPr>
        <p:spPr>
          <a:xfrm>
            <a:off x="698500" y="1854200"/>
            <a:ext cx="11609057" cy="3302000"/>
          </a:xfrm>
          <a:prstGeom prst="rect">
            <a:avLst/>
          </a:prstGeom>
        </p:spPr>
        <p:txBody>
          <a:bodyPr anchor="b"/>
          <a:lstStyle>
            <a:lvl1pPr defTabSz="256031">
              <a:lnSpc>
                <a:spcPct val="100000"/>
              </a:lnSpc>
              <a:defRPr b="0" spc="0" sz="84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wrapped title keeps all of its lines in this fixed frame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0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1">
            <a:lumOff val="16847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9" name="hello keynote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b="0" spc="0" sz="150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hello keynote</a:t>
            </a:r>
          </a:p>
        </p:txBody>
      </p:sp>
      <p:sp>
        <p:nvSpPr>
          <p:cNvPr id="1600" name="first bullet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>
            <a:lvl1pPr marL="482600" indent="-482600">
              <a:buSzPct val="123000"/>
              <a:buChar char="•"/>
            </a:lvl1pPr>
          </a:lstStyle>
          <a:p>
            <a:pPr/>
            <a:r>
              <a:t>first bullet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5">
            <a:hueOff val="-152895"/>
            <a:lumOff val="12368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2" name="wrapped title keeps all of its lines in this fixed frame"/>
          <p:cNvSpPr txBox="1"/>
          <p:nvPr>
            <p:ph type="title" idx="4294967295"/>
          </p:nvPr>
        </p:nvSpPr>
        <p:spPr>
          <a:xfrm>
            <a:off x="698500" y="1854200"/>
            <a:ext cx="11609057" cy="3302000"/>
          </a:xfrm>
          <a:prstGeom prst="rect">
            <a:avLst/>
          </a:prstGeom>
        </p:spPr>
        <p:txBody>
          <a:bodyPr anchor="b"/>
          <a:lstStyle>
            <a:lvl1pPr defTabSz="256031">
              <a:lnSpc>
                <a:spcPct val="100000"/>
              </a:lnSpc>
              <a:defRPr b="0" spc="0" sz="84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wrapped title keeps all of its lines in this fixed frame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1">
            <a:lumOff val="16847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6" name="hello keynote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b="0" spc="0" sz="150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hello keynote</a:t>
            </a:r>
          </a:p>
        </p:txBody>
      </p:sp>
      <p:sp>
        <p:nvSpPr>
          <p:cNvPr id="1607" name="first bullet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>
            <a:lvl1pPr marL="482600" indent="-482600">
              <a:buSzPct val="123000"/>
              <a:buChar char="•"/>
            </a:lvl1pPr>
          </a:lstStyle>
          <a:p>
            <a:pPr/>
            <a:r>
              <a:t>first bullet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5">
            <a:hueOff val="-152895"/>
            <a:lumOff val="12368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9" name="wrapped title keeps all of its lines in this fixed frame"/>
          <p:cNvSpPr txBox="1"/>
          <p:nvPr>
            <p:ph type="title" idx="4294967295"/>
          </p:nvPr>
        </p:nvSpPr>
        <p:spPr>
          <a:xfrm>
            <a:off x="698500" y="1854200"/>
            <a:ext cx="11609057" cy="3302000"/>
          </a:xfrm>
          <a:prstGeom prst="rect">
            <a:avLst/>
          </a:prstGeom>
        </p:spPr>
        <p:txBody>
          <a:bodyPr anchor="b"/>
          <a:lstStyle>
            <a:lvl1pPr defTabSz="256031">
              <a:lnSpc>
                <a:spcPct val="100000"/>
              </a:lnSpc>
              <a:defRPr b="0" spc="0" sz="84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wrapped title keeps all of its lines in this fixed frame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1">
            <a:lumOff val="16847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3" name="hello keynote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b="0" spc="0" sz="150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hello keynote</a:t>
            </a:r>
          </a:p>
        </p:txBody>
      </p:sp>
      <p:sp>
        <p:nvSpPr>
          <p:cNvPr id="1614" name="first bullet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>
            <a:lvl1pPr marL="482600" indent="-482600">
              <a:buSzPct val="123000"/>
              <a:buChar char="•"/>
            </a:lvl1pPr>
          </a:lstStyle>
          <a:p>
            <a:pPr/>
            <a:r>
              <a:t>first bullet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5">
            <a:hueOff val="-152895"/>
            <a:lumOff val="12368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6" name="wrapped title keeps all of its lines in this fixed frame"/>
          <p:cNvSpPr txBox="1"/>
          <p:nvPr>
            <p:ph type="title" idx="4294967295"/>
          </p:nvPr>
        </p:nvSpPr>
        <p:spPr>
          <a:xfrm>
            <a:off x="698500" y="1854200"/>
            <a:ext cx="11609057" cy="3302000"/>
          </a:xfrm>
          <a:prstGeom prst="rect">
            <a:avLst/>
          </a:prstGeom>
        </p:spPr>
        <p:txBody>
          <a:bodyPr anchor="b"/>
          <a:lstStyle>
            <a:lvl1pPr defTabSz="256031">
              <a:lnSpc>
                <a:spcPct val="100000"/>
              </a:lnSpc>
              <a:defRPr b="0" spc="0" sz="84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wrapped title keeps all of its lines in this fixed frame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1">
            <a:lumOff val="16847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0" name="hello keynote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b="0" spc="0" sz="150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hello keynote</a:t>
            </a:r>
          </a:p>
        </p:txBody>
      </p:sp>
      <p:sp>
        <p:nvSpPr>
          <p:cNvPr id="1621" name="first bullet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>
            <a:lvl1pPr marL="482600" indent="-482600">
              <a:buSzPct val="123000"/>
              <a:buChar char="•"/>
            </a:lvl1pPr>
          </a:lstStyle>
          <a:p>
            <a:pPr/>
            <a:r>
              <a:t>first bullet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5">
            <a:hueOff val="-152895"/>
            <a:lumOff val="12368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3" name="wrapped title keeps all of its lines in this fixed frame"/>
          <p:cNvSpPr txBox="1"/>
          <p:nvPr>
            <p:ph type="title" idx="4294967295"/>
          </p:nvPr>
        </p:nvSpPr>
        <p:spPr>
          <a:xfrm>
            <a:off x="698500" y="1854200"/>
            <a:ext cx="11609057" cy="3302000"/>
          </a:xfrm>
          <a:prstGeom prst="rect">
            <a:avLst/>
          </a:prstGeom>
        </p:spPr>
        <p:txBody>
          <a:bodyPr anchor="b"/>
          <a:lstStyle>
            <a:lvl1pPr defTabSz="256031">
              <a:lnSpc>
                <a:spcPct val="100000"/>
              </a:lnSpc>
              <a:defRPr b="0" spc="0" sz="84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wrapped title keeps all of its lines in this fixed frame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1">
            <a:lumOff val="16847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7" name="hello keynote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b="0" spc="0" sz="150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hello keynote</a:t>
            </a:r>
          </a:p>
        </p:txBody>
      </p:sp>
      <p:sp>
        <p:nvSpPr>
          <p:cNvPr id="1628" name="first bullet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>
            <a:lvl1pPr marL="482600" indent="-482600">
              <a:buSzPct val="123000"/>
              <a:buChar char="•"/>
            </a:lvl1pPr>
          </a:lstStyle>
          <a:p>
            <a:pPr/>
            <a:r>
              <a:t>first bullet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5">
            <a:hueOff val="-152895"/>
            <a:lumOff val="12368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0" name="wrapped title keeps all of its lines in this fixed frame"/>
          <p:cNvSpPr txBox="1"/>
          <p:nvPr>
            <p:ph type="title" idx="4294967295"/>
          </p:nvPr>
        </p:nvSpPr>
        <p:spPr>
          <a:xfrm>
            <a:off x="698500" y="1854200"/>
            <a:ext cx="11609057" cy="3302000"/>
          </a:xfrm>
          <a:prstGeom prst="rect">
            <a:avLst/>
          </a:prstGeom>
        </p:spPr>
        <p:txBody>
          <a:bodyPr anchor="b"/>
          <a:lstStyle>
            <a:lvl1pPr defTabSz="256031">
              <a:lnSpc>
                <a:spcPct val="100000"/>
              </a:lnSpc>
              <a:defRPr b="0" spc="0" sz="84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wrapped title keeps all of its lines in this fixed frame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1">
            <a:lumOff val="16847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4" name="hello keynote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b="0" spc="0" sz="150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hello keynote</a:t>
            </a:r>
          </a:p>
        </p:txBody>
      </p:sp>
      <p:sp>
        <p:nvSpPr>
          <p:cNvPr id="1635" name="first bullet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>
            <a:lvl1pPr marL="482600" indent="-482600">
              <a:buSzPct val="123000"/>
              <a:buChar char="•"/>
            </a:lvl1pPr>
          </a:lstStyle>
          <a:p>
            <a:pPr/>
            <a:r>
              <a:t>first bullet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5">
            <a:hueOff val="-152895"/>
            <a:lumOff val="12368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7" name="wrapped title keeps all of its lines in this fixed frame"/>
          <p:cNvSpPr txBox="1"/>
          <p:nvPr>
            <p:ph type="title" idx="4294967295"/>
          </p:nvPr>
        </p:nvSpPr>
        <p:spPr>
          <a:xfrm>
            <a:off x="698500" y="1854200"/>
            <a:ext cx="11609057" cy="3302000"/>
          </a:xfrm>
          <a:prstGeom prst="rect">
            <a:avLst/>
          </a:prstGeom>
        </p:spPr>
        <p:txBody>
          <a:bodyPr anchor="b"/>
          <a:lstStyle>
            <a:lvl1pPr defTabSz="256031">
              <a:lnSpc>
                <a:spcPct val="100000"/>
              </a:lnSpc>
              <a:defRPr b="0" spc="0" sz="84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wrapped title keeps all of its lines in this fixed frame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1">
            <a:lumOff val="16847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1" name="hello keynote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b="0" spc="0" sz="150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hello keynote</a:t>
            </a:r>
          </a:p>
        </p:txBody>
      </p:sp>
      <p:sp>
        <p:nvSpPr>
          <p:cNvPr id="1642" name="first bullet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>
            <a:lvl1pPr marL="482600" indent="-482600">
              <a:buSzPct val="123000"/>
              <a:buChar char="•"/>
            </a:lvl1pPr>
          </a:lstStyle>
          <a:p>
            <a:pPr/>
            <a:r>
              <a:t>first bullet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5">
            <a:hueOff val="-152895"/>
            <a:lumOff val="12368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4" name="wrapped title keeps all of its lines in this fixed frame"/>
          <p:cNvSpPr txBox="1"/>
          <p:nvPr>
            <p:ph type="title" idx="4294967295"/>
          </p:nvPr>
        </p:nvSpPr>
        <p:spPr>
          <a:xfrm>
            <a:off x="698500" y="1854200"/>
            <a:ext cx="11609057" cy="3302000"/>
          </a:xfrm>
          <a:prstGeom prst="rect">
            <a:avLst/>
          </a:prstGeom>
        </p:spPr>
        <p:txBody>
          <a:bodyPr anchor="b"/>
          <a:lstStyle>
            <a:lvl1pPr defTabSz="256031">
              <a:lnSpc>
                <a:spcPct val="100000"/>
              </a:lnSpc>
              <a:defRPr b="0" spc="0" sz="84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wrapped title keeps all of its lines in this fixed frame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1">
            <a:lumOff val="16847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" name="hello keynote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b="0" spc="0" sz="150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hello keynote</a:t>
            </a:r>
          </a:p>
        </p:txBody>
      </p:sp>
      <p:sp>
        <p:nvSpPr>
          <p:cNvPr id="1649" name="first bullet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>
            <a:lvl1pPr marL="482600" indent="-482600">
              <a:buSzPct val="123000"/>
              <a:buChar char="•"/>
            </a:lvl1pPr>
          </a:lstStyle>
          <a:p>
            <a:pPr/>
            <a:r>
              <a:t>first bullet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5">
            <a:hueOff val="-152895"/>
            <a:lumOff val="12368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1" name="wrapped title keeps all of its lines in this fixed frame"/>
          <p:cNvSpPr txBox="1"/>
          <p:nvPr>
            <p:ph type="title" idx="4294967295"/>
          </p:nvPr>
        </p:nvSpPr>
        <p:spPr>
          <a:xfrm>
            <a:off x="698500" y="1854200"/>
            <a:ext cx="11609057" cy="3302000"/>
          </a:xfrm>
          <a:prstGeom prst="rect">
            <a:avLst/>
          </a:prstGeom>
        </p:spPr>
        <p:txBody>
          <a:bodyPr anchor="b"/>
          <a:lstStyle>
            <a:lvl1pPr defTabSz="256031">
              <a:lnSpc>
                <a:spcPct val="100000"/>
              </a:lnSpc>
              <a:defRPr b="0" spc="0" sz="84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wrapped title keeps all of its lines in this fixed frame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1">
            <a:lumOff val="16847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5" name="hello keynote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b="0" spc="0" sz="150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hello keynote</a:t>
            </a:r>
          </a:p>
        </p:txBody>
      </p:sp>
      <p:sp>
        <p:nvSpPr>
          <p:cNvPr id="1656" name="first bullet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>
            <a:lvl1pPr marL="482600" indent="-482600">
              <a:buSzPct val="123000"/>
              <a:buChar char="•"/>
            </a:lvl1pPr>
          </a:lstStyle>
          <a:p>
            <a:pPr/>
            <a:r>
              <a:t>first bullet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5">
            <a:hueOff val="-152895"/>
            <a:lumOff val="12368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" name="wrapped title keeps all of its lines in this fixed frame"/>
          <p:cNvSpPr txBox="1"/>
          <p:nvPr>
            <p:ph type="title" idx="4294967295"/>
          </p:nvPr>
        </p:nvSpPr>
        <p:spPr>
          <a:xfrm>
            <a:off x="698500" y="1854200"/>
            <a:ext cx="11609057" cy="3302000"/>
          </a:xfrm>
          <a:prstGeom prst="rect">
            <a:avLst/>
          </a:prstGeom>
        </p:spPr>
        <p:txBody>
          <a:bodyPr anchor="b"/>
          <a:lstStyle>
            <a:lvl1pPr defTabSz="256031">
              <a:lnSpc>
                <a:spcPct val="100000"/>
              </a:lnSpc>
              <a:defRPr b="0" spc="0" sz="84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wrapped title keeps all of its lines in this fixed frame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1">
            <a:lumOff val="16847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2" name="hello keynote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b="0" spc="0" sz="150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hello keynote</a:t>
            </a:r>
          </a:p>
        </p:txBody>
      </p:sp>
      <p:sp>
        <p:nvSpPr>
          <p:cNvPr id="1663" name="first bullet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>
            <a:lvl1pPr marL="482600" indent="-482600">
              <a:buSzPct val="123000"/>
              <a:buChar char="•"/>
            </a:lvl1pPr>
          </a:lstStyle>
          <a:p>
            <a:pPr/>
            <a:r>
              <a:t>first bullet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5">
            <a:hueOff val="-152895"/>
            <a:lumOff val="12368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5" name="wrapped title keeps all of its lines in this fixed frame"/>
          <p:cNvSpPr txBox="1"/>
          <p:nvPr>
            <p:ph type="title" idx="4294967295"/>
          </p:nvPr>
        </p:nvSpPr>
        <p:spPr>
          <a:xfrm>
            <a:off x="698500" y="1854200"/>
            <a:ext cx="11609057" cy="3302000"/>
          </a:xfrm>
          <a:prstGeom prst="rect">
            <a:avLst/>
          </a:prstGeom>
        </p:spPr>
        <p:txBody>
          <a:bodyPr anchor="b"/>
          <a:lstStyle>
            <a:lvl1pPr defTabSz="256031">
              <a:lnSpc>
                <a:spcPct val="100000"/>
              </a:lnSpc>
              <a:defRPr b="0" spc="0" sz="84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wrapped title keeps all of its lines in this fixed frame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1">
            <a:lumOff val="16847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" name="hello keynote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b="0" spc="0" sz="150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hello keynote</a:t>
            </a:r>
          </a:p>
        </p:txBody>
      </p:sp>
      <p:sp>
        <p:nvSpPr>
          <p:cNvPr id="1670" name="first bullet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>
            <a:lvl1pPr marL="482600" indent="-482600">
              <a:buSzPct val="123000"/>
              <a:buChar char="•"/>
            </a:lvl1pPr>
          </a:lstStyle>
          <a:p>
            <a:pPr/>
            <a:r>
              <a:t>first bullet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5">
            <a:hueOff val="-152895"/>
            <a:lumOff val="12368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2" name="wrapped title keeps all of its lines in this fixed frame"/>
          <p:cNvSpPr txBox="1"/>
          <p:nvPr>
            <p:ph type="title" idx="4294967295"/>
          </p:nvPr>
        </p:nvSpPr>
        <p:spPr>
          <a:xfrm>
            <a:off x="698500" y="1854200"/>
            <a:ext cx="11609057" cy="3302000"/>
          </a:xfrm>
          <a:prstGeom prst="rect">
            <a:avLst/>
          </a:prstGeom>
        </p:spPr>
        <p:txBody>
          <a:bodyPr anchor="b"/>
          <a:lstStyle>
            <a:lvl1pPr defTabSz="256031">
              <a:lnSpc>
                <a:spcPct val="100000"/>
              </a:lnSpc>
              <a:defRPr b="0" spc="0" sz="84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wrapped title keeps all of its lines in this fixed frame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1">
            <a:lumOff val="16847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6" name="hello keynote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b="0" spc="0" sz="150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hello keynote</a:t>
            </a:r>
          </a:p>
        </p:txBody>
      </p:sp>
      <p:sp>
        <p:nvSpPr>
          <p:cNvPr id="1677" name="first bullet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>
            <a:lvl1pPr marL="482600" indent="-482600">
              <a:buSzPct val="123000"/>
              <a:buChar char="•"/>
            </a:lvl1pPr>
          </a:lstStyle>
          <a:p>
            <a:pPr/>
            <a:r>
              <a:t>first bullet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5">
            <a:hueOff val="-152895"/>
            <a:lumOff val="12368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" name="wrapped title keeps all of its lines in this fixed frame"/>
          <p:cNvSpPr txBox="1"/>
          <p:nvPr>
            <p:ph type="title" idx="4294967295"/>
          </p:nvPr>
        </p:nvSpPr>
        <p:spPr>
          <a:xfrm>
            <a:off x="698500" y="1854200"/>
            <a:ext cx="11609057" cy="3302000"/>
          </a:xfrm>
          <a:prstGeom prst="rect">
            <a:avLst/>
          </a:prstGeom>
        </p:spPr>
        <p:txBody>
          <a:bodyPr anchor="b"/>
          <a:lstStyle>
            <a:lvl1pPr defTabSz="256031">
              <a:lnSpc>
                <a:spcPct val="100000"/>
              </a:lnSpc>
              <a:defRPr b="0" spc="0" sz="84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wrapped title keeps all of its lines in this fixed frame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1">
            <a:lumOff val="16847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3" name="hello keynote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b="0" spc="0" sz="150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hello keynote</a:t>
            </a:r>
          </a:p>
        </p:txBody>
      </p:sp>
      <p:sp>
        <p:nvSpPr>
          <p:cNvPr id="1684" name="first bullet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>
            <a:lvl1pPr marL="482600" indent="-482600">
              <a:buSzPct val="123000"/>
              <a:buChar char="•"/>
            </a:lvl1pPr>
          </a:lstStyle>
          <a:p>
            <a:pPr/>
            <a:r>
              <a:t>first bullet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5">
            <a:hueOff val="-152895"/>
            <a:lumOff val="12368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6" name="wrapped title keeps all of its lines in this fixed frame"/>
          <p:cNvSpPr txBox="1"/>
          <p:nvPr>
            <p:ph type="title" idx="4294967295"/>
          </p:nvPr>
        </p:nvSpPr>
        <p:spPr>
          <a:xfrm>
            <a:off x="698500" y="1854200"/>
            <a:ext cx="11609057" cy="3302000"/>
          </a:xfrm>
          <a:prstGeom prst="rect">
            <a:avLst/>
          </a:prstGeom>
        </p:spPr>
        <p:txBody>
          <a:bodyPr anchor="b"/>
          <a:lstStyle>
            <a:lvl1pPr defTabSz="256031">
              <a:lnSpc>
                <a:spcPct val="100000"/>
              </a:lnSpc>
              <a:defRPr b="0" spc="0" sz="84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wrapped title keeps all of its lines in this fixed frame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1">
            <a:lumOff val="16847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0" name="hello keynote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b="0" spc="0" sz="150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hello keynote</a:t>
            </a:r>
          </a:p>
        </p:txBody>
      </p:sp>
      <p:sp>
        <p:nvSpPr>
          <p:cNvPr id="1691" name="first bullet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>
            <a:lvl1pPr marL="482600" indent="-482600">
              <a:buSzPct val="123000"/>
              <a:buChar char="•"/>
            </a:lvl1pPr>
          </a:lstStyle>
          <a:p>
            <a:pPr/>
            <a:r>
              <a:t>first bullet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5">
            <a:hueOff val="-152895"/>
            <a:lumOff val="12368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3" name="wrapped title keeps all of its lines in this fixed frame"/>
          <p:cNvSpPr txBox="1"/>
          <p:nvPr>
            <p:ph type="title" idx="4294967295"/>
          </p:nvPr>
        </p:nvSpPr>
        <p:spPr>
          <a:xfrm>
            <a:off x="698500" y="1854200"/>
            <a:ext cx="11609057" cy="3302000"/>
          </a:xfrm>
          <a:prstGeom prst="rect">
            <a:avLst/>
          </a:prstGeom>
        </p:spPr>
        <p:txBody>
          <a:bodyPr anchor="b"/>
          <a:lstStyle>
            <a:lvl1pPr defTabSz="256031">
              <a:lnSpc>
                <a:spcPct val="100000"/>
              </a:lnSpc>
              <a:defRPr b="0" spc="0" sz="84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wrapped title keeps all of its lines in this fixed frame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1">
            <a:lumOff val="16847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7" name="hello keynote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b="0" spc="0" sz="150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hello keynote</a:t>
            </a:r>
          </a:p>
        </p:txBody>
      </p:sp>
      <p:sp>
        <p:nvSpPr>
          <p:cNvPr id="1698" name="first bullet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>
            <a:lvl1pPr marL="482600" indent="-482600">
              <a:buSzPct val="123000"/>
              <a:buChar char="•"/>
            </a:lvl1pPr>
          </a:lstStyle>
          <a:p>
            <a:pPr/>
            <a:r>
              <a:t>first bullet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5">
            <a:hueOff val="-152895"/>
            <a:lumOff val="12368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0" name="wrapped title keeps all of its lines in this fixed frame"/>
          <p:cNvSpPr txBox="1"/>
          <p:nvPr>
            <p:ph type="title" idx="4294967295"/>
          </p:nvPr>
        </p:nvSpPr>
        <p:spPr>
          <a:xfrm>
            <a:off x="698500" y="1854200"/>
            <a:ext cx="11609057" cy="3302000"/>
          </a:xfrm>
          <a:prstGeom prst="rect">
            <a:avLst/>
          </a:prstGeom>
        </p:spPr>
        <p:txBody>
          <a:bodyPr anchor="b"/>
          <a:lstStyle>
            <a:lvl1pPr defTabSz="256031">
              <a:lnSpc>
                <a:spcPct val="100000"/>
              </a:lnSpc>
              <a:defRPr b="0" spc="0" sz="84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wrapped title keeps all of its lines in this fixed frame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1">
            <a:lumOff val="16847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4" name="hello keynote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b="0" spc="0" sz="150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hello keynote</a:t>
            </a:r>
          </a:p>
        </p:txBody>
      </p:sp>
      <p:sp>
        <p:nvSpPr>
          <p:cNvPr id="1705" name="first bullet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>
            <a:lvl1pPr marL="482600" indent="-482600">
              <a:buSzPct val="123000"/>
              <a:buChar char="•"/>
            </a:lvl1pPr>
          </a:lstStyle>
          <a:p>
            <a:pPr/>
            <a:r>
              <a:t>first bullet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4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5">
            <a:hueOff val="-152895"/>
            <a:lumOff val="12368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7" name="wrapped title keeps all of its lines in this fixed frame"/>
          <p:cNvSpPr txBox="1"/>
          <p:nvPr>
            <p:ph type="title" idx="4294967295"/>
          </p:nvPr>
        </p:nvSpPr>
        <p:spPr>
          <a:xfrm>
            <a:off x="698500" y="1854200"/>
            <a:ext cx="11609057" cy="3302000"/>
          </a:xfrm>
          <a:prstGeom prst="rect">
            <a:avLst/>
          </a:prstGeom>
        </p:spPr>
        <p:txBody>
          <a:bodyPr anchor="b"/>
          <a:lstStyle>
            <a:lvl1pPr defTabSz="256031">
              <a:lnSpc>
                <a:spcPct val="100000"/>
              </a:lnSpc>
              <a:defRPr b="0" spc="0" sz="84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wrapped title keeps all of its lines in this fixed frame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4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1">
            <a:lumOff val="16847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1" name="hello keynote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b="0" spc="0" sz="150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hello keynote</a:t>
            </a:r>
          </a:p>
        </p:txBody>
      </p:sp>
      <p:sp>
        <p:nvSpPr>
          <p:cNvPr id="1712" name="first bullet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>
            <a:lvl1pPr marL="482600" indent="-482600">
              <a:buSzPct val="123000"/>
              <a:buChar char="•"/>
            </a:lvl1pPr>
          </a:lstStyle>
          <a:p>
            <a:pPr/>
            <a:r>
              <a:t>first bullet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4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5">
            <a:hueOff val="-152895"/>
            <a:lumOff val="12368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4" name="wrapped title keeps all of its lines in this fixed frame"/>
          <p:cNvSpPr txBox="1"/>
          <p:nvPr>
            <p:ph type="title" idx="4294967295"/>
          </p:nvPr>
        </p:nvSpPr>
        <p:spPr>
          <a:xfrm>
            <a:off x="698500" y="1854200"/>
            <a:ext cx="11609057" cy="3302000"/>
          </a:xfrm>
          <a:prstGeom prst="rect">
            <a:avLst/>
          </a:prstGeom>
        </p:spPr>
        <p:txBody>
          <a:bodyPr anchor="b"/>
          <a:lstStyle>
            <a:lvl1pPr defTabSz="256031">
              <a:lnSpc>
                <a:spcPct val="100000"/>
              </a:lnSpc>
              <a:defRPr b="0" spc="0" sz="84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wrapped title keeps all of its lines in this fixed frame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4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1">
            <a:lumOff val="16847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8" name="hello keynote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b="0" spc="0" sz="150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hello keynote</a:t>
            </a:r>
          </a:p>
        </p:txBody>
      </p:sp>
      <p:sp>
        <p:nvSpPr>
          <p:cNvPr id="1719" name="first bullet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>
            <a:lvl1pPr marL="482600" indent="-482600">
              <a:buSzPct val="123000"/>
              <a:buChar char="•"/>
            </a:lvl1pPr>
          </a:lstStyle>
          <a:p>
            <a:pPr/>
            <a:r>
              <a:t>first bullet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4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5">
            <a:hueOff val="-152895"/>
            <a:lumOff val="12368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1" name="wrapped title keeps all of its lines in this fixed frame"/>
          <p:cNvSpPr txBox="1"/>
          <p:nvPr>
            <p:ph type="title" idx="4294967295"/>
          </p:nvPr>
        </p:nvSpPr>
        <p:spPr>
          <a:xfrm>
            <a:off x="698500" y="1854200"/>
            <a:ext cx="11609057" cy="3302000"/>
          </a:xfrm>
          <a:prstGeom prst="rect">
            <a:avLst/>
          </a:prstGeom>
        </p:spPr>
        <p:txBody>
          <a:bodyPr anchor="b"/>
          <a:lstStyle>
            <a:lvl1pPr defTabSz="256031">
              <a:lnSpc>
                <a:spcPct val="100000"/>
              </a:lnSpc>
              <a:defRPr b="0" spc="0" sz="84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wrapped title keeps all of its lines in this fixed frame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4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1">
            <a:lumOff val="16847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5" name="hello keynote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b="0" spc="0" sz="150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hello keynote</a:t>
            </a:r>
          </a:p>
        </p:txBody>
      </p:sp>
      <p:sp>
        <p:nvSpPr>
          <p:cNvPr id="1726" name="first bullet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>
            <a:lvl1pPr marL="482600" indent="-482600">
              <a:buSzPct val="123000"/>
              <a:buChar char="•"/>
            </a:lvl1pPr>
          </a:lstStyle>
          <a:p>
            <a:pPr/>
            <a:r>
              <a:t>first bullet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4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5">
            <a:hueOff val="-152895"/>
            <a:lumOff val="12368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8" name="wrapped title keeps all of its lines in this fixed frame"/>
          <p:cNvSpPr txBox="1"/>
          <p:nvPr>
            <p:ph type="title" idx="4294967295"/>
          </p:nvPr>
        </p:nvSpPr>
        <p:spPr>
          <a:xfrm>
            <a:off x="698500" y="1854200"/>
            <a:ext cx="11609057" cy="3302000"/>
          </a:xfrm>
          <a:prstGeom prst="rect">
            <a:avLst/>
          </a:prstGeom>
        </p:spPr>
        <p:txBody>
          <a:bodyPr anchor="b"/>
          <a:lstStyle>
            <a:lvl1pPr defTabSz="256031">
              <a:lnSpc>
                <a:spcPct val="100000"/>
              </a:lnSpc>
              <a:defRPr b="0" spc="0" sz="84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wrapped title keeps all of its lines in this fixed frame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4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1">
            <a:lumOff val="16847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2" name="hello keynote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b="0" spc="0" sz="150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hello keynote</a:t>
            </a:r>
          </a:p>
        </p:txBody>
      </p:sp>
      <p:sp>
        <p:nvSpPr>
          <p:cNvPr id="1733" name="first bullet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>
            <a:lvl1pPr marL="482600" indent="-482600">
              <a:buSzPct val="123000"/>
              <a:buChar char="•"/>
            </a:lvl1pPr>
          </a:lstStyle>
          <a:p>
            <a:pPr/>
            <a:r>
              <a:t>first bullet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4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5">
            <a:hueOff val="-152895"/>
            <a:lumOff val="12368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5" name="wrapped title keeps all of its lines in this fixed frame"/>
          <p:cNvSpPr txBox="1"/>
          <p:nvPr>
            <p:ph type="title" idx="4294967295"/>
          </p:nvPr>
        </p:nvSpPr>
        <p:spPr>
          <a:xfrm>
            <a:off x="698500" y="1854200"/>
            <a:ext cx="11609057" cy="3302000"/>
          </a:xfrm>
          <a:prstGeom prst="rect">
            <a:avLst/>
          </a:prstGeom>
        </p:spPr>
        <p:txBody>
          <a:bodyPr anchor="b"/>
          <a:lstStyle>
            <a:lvl1pPr defTabSz="256031">
              <a:lnSpc>
                <a:spcPct val="100000"/>
              </a:lnSpc>
              <a:defRPr b="0" spc="0" sz="84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wrapped title keeps all of its lines in this fixed frame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4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1">
            <a:lumOff val="16847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9" name="hello keynote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b="0" spc="0" sz="150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hello keynote</a:t>
            </a:r>
          </a:p>
        </p:txBody>
      </p:sp>
      <p:sp>
        <p:nvSpPr>
          <p:cNvPr id="1740" name="first bullet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>
            <a:lvl1pPr marL="482600" indent="-482600">
              <a:buSzPct val="123000"/>
              <a:buChar char="•"/>
            </a:lvl1pPr>
          </a:lstStyle>
          <a:p>
            <a:pPr/>
            <a:r>
              <a:t>first bullet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5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5">
            <a:hueOff val="-152895"/>
            <a:lumOff val="12368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2" name="wrapped title keeps all of its lines in this fixed frame"/>
          <p:cNvSpPr txBox="1"/>
          <p:nvPr>
            <p:ph type="title" idx="4294967295"/>
          </p:nvPr>
        </p:nvSpPr>
        <p:spPr>
          <a:xfrm>
            <a:off x="698500" y="1854200"/>
            <a:ext cx="11609057" cy="3302000"/>
          </a:xfrm>
          <a:prstGeom prst="rect">
            <a:avLst/>
          </a:prstGeom>
        </p:spPr>
        <p:txBody>
          <a:bodyPr anchor="b"/>
          <a:lstStyle>
            <a:lvl1pPr defTabSz="256031">
              <a:lnSpc>
                <a:spcPct val="100000"/>
              </a:lnSpc>
              <a:defRPr b="0" spc="0" sz="84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wrapped title keeps all of its lines in this fixed frame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5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1">
            <a:lumOff val="16847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6" name="hello keynote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b="0" spc="0" sz="150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hello keynote</a:t>
            </a:r>
          </a:p>
        </p:txBody>
      </p:sp>
      <p:sp>
        <p:nvSpPr>
          <p:cNvPr id="1747" name="first bullet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>
            <a:lvl1pPr marL="482600" indent="-482600">
              <a:buSzPct val="123000"/>
              <a:buChar char="•"/>
            </a:lvl1pPr>
          </a:lstStyle>
          <a:p>
            <a:pPr/>
            <a:r>
              <a:t>first bullet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5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5">
            <a:hueOff val="-152895"/>
            <a:lumOff val="12368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9" name="wrapped title keeps all of its lines in this fixed frame"/>
          <p:cNvSpPr txBox="1"/>
          <p:nvPr>
            <p:ph type="title" idx="4294967295"/>
          </p:nvPr>
        </p:nvSpPr>
        <p:spPr>
          <a:xfrm>
            <a:off x="698500" y="1854200"/>
            <a:ext cx="11609057" cy="3302000"/>
          </a:xfrm>
          <a:prstGeom prst="rect">
            <a:avLst/>
          </a:prstGeom>
        </p:spPr>
        <p:txBody>
          <a:bodyPr anchor="b"/>
          <a:lstStyle>
            <a:lvl1pPr defTabSz="256031">
              <a:lnSpc>
                <a:spcPct val="100000"/>
              </a:lnSpc>
              <a:defRPr b="0" spc="0" sz="84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wrapped title keeps all of its lines in this fixed frame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5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1">
            <a:lumOff val="16847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3" name="hello keynote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b="0" spc="0" sz="150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hello keynote</a:t>
            </a:r>
          </a:p>
        </p:txBody>
      </p:sp>
      <p:sp>
        <p:nvSpPr>
          <p:cNvPr id="1754" name="first bullet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>
            <a:lvl1pPr marL="482600" indent="-482600">
              <a:buSzPct val="123000"/>
              <a:buChar char="•"/>
            </a:lvl1pPr>
          </a:lstStyle>
          <a:p>
            <a:pPr/>
            <a:r>
              <a:t>first bullet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5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5">
            <a:hueOff val="-152895"/>
            <a:lumOff val="12368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6" name="wrapped title keeps all of its lines in this fixed frame"/>
          <p:cNvSpPr txBox="1"/>
          <p:nvPr>
            <p:ph type="title" idx="4294967295"/>
          </p:nvPr>
        </p:nvSpPr>
        <p:spPr>
          <a:xfrm>
            <a:off x="698500" y="1854200"/>
            <a:ext cx="11609057" cy="3302000"/>
          </a:xfrm>
          <a:prstGeom prst="rect">
            <a:avLst/>
          </a:prstGeom>
        </p:spPr>
        <p:txBody>
          <a:bodyPr anchor="b"/>
          <a:lstStyle>
            <a:lvl1pPr defTabSz="256031">
              <a:lnSpc>
                <a:spcPct val="100000"/>
              </a:lnSpc>
              <a:defRPr b="0" spc="0" sz="84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wrapped title keeps all of its lines in this fixed frame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5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1">
            <a:lumOff val="16847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0" name="hello keynote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b="0" spc="0" sz="150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hello keynote</a:t>
            </a:r>
          </a:p>
        </p:txBody>
      </p:sp>
      <p:sp>
        <p:nvSpPr>
          <p:cNvPr id="1761" name="first bullet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>
            <a:lvl1pPr marL="482600" indent="-482600">
              <a:buSzPct val="123000"/>
              <a:buChar char="•"/>
            </a:lvl1pPr>
          </a:lstStyle>
          <a:p>
            <a:pPr/>
            <a:r>
              <a:t>first bullet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5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5">
            <a:hueOff val="-152895"/>
            <a:lumOff val="12368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3" name="wrapped title keeps all of its lines in this fixed frame"/>
          <p:cNvSpPr txBox="1"/>
          <p:nvPr>
            <p:ph type="title" idx="4294967295"/>
          </p:nvPr>
        </p:nvSpPr>
        <p:spPr>
          <a:xfrm>
            <a:off x="698500" y="1854200"/>
            <a:ext cx="11609057" cy="3302000"/>
          </a:xfrm>
          <a:prstGeom prst="rect">
            <a:avLst/>
          </a:prstGeom>
        </p:spPr>
        <p:txBody>
          <a:bodyPr anchor="b"/>
          <a:lstStyle>
            <a:lvl1pPr defTabSz="256031">
              <a:lnSpc>
                <a:spcPct val="100000"/>
              </a:lnSpc>
              <a:defRPr b="0" spc="0" sz="84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wrapped title keeps all of its lines in this fixed frame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5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1">
            <a:lumOff val="16847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7" name="hello keynote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b="0" spc="0" sz="150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hello keynote</a:t>
            </a:r>
          </a:p>
        </p:txBody>
      </p:sp>
      <p:sp>
        <p:nvSpPr>
          <p:cNvPr id="1768" name="first bullet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>
            <a:lvl1pPr marL="482600" indent="-482600">
              <a:buSzPct val="123000"/>
              <a:buChar char="•"/>
            </a:lvl1pPr>
          </a:lstStyle>
          <a:p>
            <a:pPr/>
            <a:r>
              <a:t>first bullet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5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5">
            <a:hueOff val="-152895"/>
            <a:lumOff val="12368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0" name="wrapped title keeps all of its lines in this fixed frame"/>
          <p:cNvSpPr txBox="1"/>
          <p:nvPr>
            <p:ph type="title" idx="4294967295"/>
          </p:nvPr>
        </p:nvSpPr>
        <p:spPr>
          <a:xfrm>
            <a:off x="698500" y="1854200"/>
            <a:ext cx="11609057" cy="3302000"/>
          </a:xfrm>
          <a:prstGeom prst="rect">
            <a:avLst/>
          </a:prstGeom>
        </p:spPr>
        <p:txBody>
          <a:bodyPr anchor="b"/>
          <a:lstStyle>
            <a:lvl1pPr defTabSz="256031">
              <a:lnSpc>
                <a:spcPct val="100000"/>
              </a:lnSpc>
              <a:defRPr b="0" spc="0" sz="84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wrapped title keeps all of its lines in this fixed frame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5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1">
            <a:lumOff val="16847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4" name="hello keynote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b="0" spc="0" sz="150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hello keynote</a:t>
            </a:r>
          </a:p>
        </p:txBody>
      </p:sp>
      <p:sp>
        <p:nvSpPr>
          <p:cNvPr id="1775" name="first bullet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>
            <a:lvl1pPr marL="482600" indent="-482600">
              <a:buSzPct val="123000"/>
              <a:buChar char="•"/>
            </a:lvl1pPr>
          </a:lstStyle>
          <a:p>
            <a:pPr/>
            <a:r>
              <a:t>first bullet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6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5">
            <a:hueOff val="-152895"/>
            <a:lumOff val="12368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7" name="wrapped title keeps all of its lines in this fixed frame"/>
          <p:cNvSpPr txBox="1"/>
          <p:nvPr>
            <p:ph type="title" idx="4294967295"/>
          </p:nvPr>
        </p:nvSpPr>
        <p:spPr>
          <a:xfrm>
            <a:off x="698500" y="1854200"/>
            <a:ext cx="11609057" cy="3302000"/>
          </a:xfrm>
          <a:prstGeom prst="rect">
            <a:avLst/>
          </a:prstGeom>
        </p:spPr>
        <p:txBody>
          <a:bodyPr anchor="b"/>
          <a:lstStyle>
            <a:lvl1pPr defTabSz="256031">
              <a:lnSpc>
                <a:spcPct val="100000"/>
              </a:lnSpc>
              <a:defRPr b="0" spc="0" sz="84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wrapped title keeps all of its lines in this fixed frame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6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1">
            <a:lumOff val="16847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" name="hello keynote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b="0" spc="0" sz="150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hello keynote</a:t>
            </a:r>
          </a:p>
        </p:txBody>
      </p:sp>
      <p:sp>
        <p:nvSpPr>
          <p:cNvPr id="1782" name="first bullet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>
            <a:lvl1pPr marL="482600" indent="-482600">
              <a:buSzPct val="123000"/>
              <a:buChar char="•"/>
            </a:lvl1pPr>
          </a:lstStyle>
          <a:p>
            <a:pPr/>
            <a:r>
              <a:t>first bullet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6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5">
            <a:hueOff val="-152895"/>
            <a:lumOff val="12368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4" name="wrapped title keeps all of its lines in this fixed frame"/>
          <p:cNvSpPr txBox="1"/>
          <p:nvPr>
            <p:ph type="title" idx="4294967295"/>
          </p:nvPr>
        </p:nvSpPr>
        <p:spPr>
          <a:xfrm>
            <a:off x="698500" y="1854200"/>
            <a:ext cx="11609057" cy="3302000"/>
          </a:xfrm>
          <a:prstGeom prst="rect">
            <a:avLst/>
          </a:prstGeom>
        </p:spPr>
        <p:txBody>
          <a:bodyPr anchor="b"/>
          <a:lstStyle>
            <a:lvl1pPr defTabSz="256031">
              <a:lnSpc>
                <a:spcPct val="100000"/>
              </a:lnSpc>
              <a:defRPr b="0" spc="0" sz="84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wrapped title keeps all of its lines in this fixed frame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6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1">
            <a:lumOff val="16847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8" name="hello keynote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b="0" spc="0" sz="150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hello keynote</a:t>
            </a:r>
          </a:p>
        </p:txBody>
      </p:sp>
      <p:sp>
        <p:nvSpPr>
          <p:cNvPr id="1789" name="first bullet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>
            <a:lvl1pPr marL="482600" indent="-482600">
              <a:buSzPct val="123000"/>
              <a:buChar char="•"/>
            </a:lvl1pPr>
          </a:lstStyle>
          <a:p>
            <a:pPr/>
            <a:r>
              <a:t>first bullet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6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5">
            <a:hueOff val="-152895"/>
            <a:lumOff val="12368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1" name="wrapped title keeps all of its lines in this fixed frame"/>
          <p:cNvSpPr txBox="1"/>
          <p:nvPr>
            <p:ph type="title" idx="4294967295"/>
          </p:nvPr>
        </p:nvSpPr>
        <p:spPr>
          <a:xfrm>
            <a:off x="698500" y="1854200"/>
            <a:ext cx="11609057" cy="3302000"/>
          </a:xfrm>
          <a:prstGeom prst="rect">
            <a:avLst/>
          </a:prstGeom>
        </p:spPr>
        <p:txBody>
          <a:bodyPr anchor="b"/>
          <a:lstStyle>
            <a:lvl1pPr defTabSz="256031">
              <a:lnSpc>
                <a:spcPct val="100000"/>
              </a:lnSpc>
              <a:defRPr b="0" spc="0" sz="84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wrapped title keeps all of its lines in this fixed frame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6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1">
            <a:lumOff val="16847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5" name="hello keynote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b="0" spc="0" sz="150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hello keynote</a:t>
            </a:r>
          </a:p>
        </p:txBody>
      </p:sp>
      <p:sp>
        <p:nvSpPr>
          <p:cNvPr id="1796" name="first bullet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>
            <a:lvl1pPr marL="482600" indent="-482600">
              <a:buSzPct val="123000"/>
              <a:buChar char="•"/>
            </a:lvl1pPr>
          </a:lstStyle>
          <a:p>
            <a:pPr/>
            <a:r>
              <a:t>first bullet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6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5">
            <a:hueOff val="-152895"/>
            <a:lumOff val="12368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8" name="wrapped title keeps all of its lines in this fixed frame"/>
          <p:cNvSpPr txBox="1"/>
          <p:nvPr>
            <p:ph type="title" idx="4294967295"/>
          </p:nvPr>
        </p:nvSpPr>
        <p:spPr>
          <a:xfrm>
            <a:off x="698500" y="1854200"/>
            <a:ext cx="11609057" cy="3302000"/>
          </a:xfrm>
          <a:prstGeom prst="rect">
            <a:avLst/>
          </a:prstGeom>
        </p:spPr>
        <p:txBody>
          <a:bodyPr anchor="b"/>
          <a:lstStyle>
            <a:lvl1pPr defTabSz="256031">
              <a:lnSpc>
                <a:spcPct val="100000"/>
              </a:lnSpc>
              <a:defRPr b="0" spc="0" sz="84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wrapped title keeps all of its lines in this fixed frame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6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1">
            <a:lumOff val="16847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" name="hello keynote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b="0" spc="0" sz="150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hello keynote</a:t>
            </a:r>
          </a:p>
        </p:txBody>
      </p:sp>
      <p:sp>
        <p:nvSpPr>
          <p:cNvPr id="1803" name="first bullet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>
            <a:lvl1pPr marL="482600" indent="-482600">
              <a:buSzPct val="123000"/>
              <a:buChar char="•"/>
            </a:lvl1pPr>
          </a:lstStyle>
          <a:p>
            <a:pPr/>
            <a:r>
              <a:t>first bullet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6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5">
            <a:hueOff val="-152895"/>
            <a:lumOff val="12368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5" name="wrapped title keeps all of its lines in this fixed frame"/>
          <p:cNvSpPr txBox="1"/>
          <p:nvPr>
            <p:ph type="title" idx="4294967295"/>
          </p:nvPr>
        </p:nvSpPr>
        <p:spPr>
          <a:xfrm>
            <a:off x="698500" y="1854200"/>
            <a:ext cx="11609057" cy="3302000"/>
          </a:xfrm>
          <a:prstGeom prst="rect">
            <a:avLst/>
          </a:prstGeom>
        </p:spPr>
        <p:txBody>
          <a:bodyPr anchor="b"/>
          <a:lstStyle>
            <a:lvl1pPr defTabSz="256031">
              <a:lnSpc>
                <a:spcPct val="100000"/>
              </a:lnSpc>
              <a:defRPr b="0" spc="0" sz="84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wrapped title keeps all of its lines in this fixed frame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6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1">
            <a:lumOff val="16847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9" name="hello keynote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b="0" spc="0" sz="150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hello keynote</a:t>
            </a:r>
          </a:p>
        </p:txBody>
      </p:sp>
      <p:sp>
        <p:nvSpPr>
          <p:cNvPr id="1810" name="first bullet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>
            <a:lvl1pPr marL="482600" indent="-482600">
              <a:buSzPct val="123000"/>
              <a:buChar char="•"/>
            </a:lvl1pPr>
          </a:lstStyle>
          <a:p>
            <a:pPr/>
            <a:r>
              <a:t>first bullet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7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5">
            <a:hueOff val="-152895"/>
            <a:lumOff val="12368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2" name="wrapped title keeps all of its lines in this fixed frame"/>
          <p:cNvSpPr txBox="1"/>
          <p:nvPr>
            <p:ph type="title" idx="4294967295"/>
          </p:nvPr>
        </p:nvSpPr>
        <p:spPr>
          <a:xfrm>
            <a:off x="698500" y="1854200"/>
            <a:ext cx="11609057" cy="3302000"/>
          </a:xfrm>
          <a:prstGeom prst="rect">
            <a:avLst/>
          </a:prstGeom>
        </p:spPr>
        <p:txBody>
          <a:bodyPr anchor="b"/>
          <a:lstStyle>
            <a:lvl1pPr defTabSz="256031">
              <a:lnSpc>
                <a:spcPct val="100000"/>
              </a:lnSpc>
              <a:defRPr b="0" spc="0" sz="84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wrapped title keeps all of its lines in this fixed frame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7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1">
            <a:lumOff val="16847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6" name="hello keynote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b="0" spc="0" sz="150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hello keynote</a:t>
            </a:r>
          </a:p>
        </p:txBody>
      </p:sp>
      <p:sp>
        <p:nvSpPr>
          <p:cNvPr id="1817" name="first bullet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>
            <a:lvl1pPr marL="482600" indent="-482600">
              <a:buSzPct val="123000"/>
              <a:buChar char="•"/>
            </a:lvl1pPr>
          </a:lstStyle>
          <a:p>
            <a:pPr/>
            <a:r>
              <a:t>first bullet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7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5">
            <a:hueOff val="-152895"/>
            <a:lumOff val="12368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9" name="wrapped title keeps all of its lines in this fixed frame"/>
          <p:cNvSpPr txBox="1"/>
          <p:nvPr>
            <p:ph type="title" idx="4294967295"/>
          </p:nvPr>
        </p:nvSpPr>
        <p:spPr>
          <a:xfrm>
            <a:off x="698500" y="1854200"/>
            <a:ext cx="11609057" cy="3302000"/>
          </a:xfrm>
          <a:prstGeom prst="rect">
            <a:avLst/>
          </a:prstGeom>
        </p:spPr>
        <p:txBody>
          <a:bodyPr anchor="b"/>
          <a:lstStyle>
            <a:lvl1pPr defTabSz="256031">
              <a:lnSpc>
                <a:spcPct val="100000"/>
              </a:lnSpc>
              <a:defRPr b="0" spc="0" sz="84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wrapped title keeps all of its lines in this fixed frame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7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1">
            <a:lumOff val="16847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3" name="hello keynote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b="0" spc="0" sz="150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hello keynote</a:t>
            </a:r>
          </a:p>
        </p:txBody>
      </p:sp>
      <p:sp>
        <p:nvSpPr>
          <p:cNvPr id="1824" name="first bullet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>
            <a:lvl1pPr marL="482600" indent="-482600">
              <a:buSzPct val="123000"/>
              <a:buChar char="•"/>
            </a:lvl1pPr>
          </a:lstStyle>
          <a:p>
            <a:pPr/>
            <a:r>
              <a:t>first bullet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7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5">
            <a:hueOff val="-152895"/>
            <a:lumOff val="12368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6" name="wrapped title keeps all of its lines in this fixed frame"/>
          <p:cNvSpPr txBox="1"/>
          <p:nvPr>
            <p:ph type="title" idx="4294967295"/>
          </p:nvPr>
        </p:nvSpPr>
        <p:spPr>
          <a:xfrm>
            <a:off x="698500" y="1854200"/>
            <a:ext cx="11609057" cy="3302000"/>
          </a:xfrm>
          <a:prstGeom prst="rect">
            <a:avLst/>
          </a:prstGeom>
        </p:spPr>
        <p:txBody>
          <a:bodyPr anchor="b"/>
          <a:lstStyle>
            <a:lvl1pPr defTabSz="256031">
              <a:lnSpc>
                <a:spcPct val="100000"/>
              </a:lnSpc>
              <a:defRPr b="0" spc="0" sz="84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wrapped title keeps all of its lines in this fixed frame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7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1">
            <a:lumOff val="16847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0" name="hello keynote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b="0" spc="0" sz="150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hello keynote</a:t>
            </a:r>
          </a:p>
        </p:txBody>
      </p:sp>
      <p:sp>
        <p:nvSpPr>
          <p:cNvPr id="1831" name="first bullet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>
            <a:lvl1pPr marL="482600" indent="-482600">
              <a:buSzPct val="123000"/>
              <a:buChar char="•"/>
            </a:lvl1pPr>
          </a:lstStyle>
          <a:p>
            <a:pPr/>
            <a:r>
              <a:t>first bullet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7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5">
            <a:hueOff val="-152895"/>
            <a:lumOff val="12368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3" name="wrapped title keeps all of its lines in this fixed frame"/>
          <p:cNvSpPr txBox="1"/>
          <p:nvPr>
            <p:ph type="title" idx="4294967295"/>
          </p:nvPr>
        </p:nvSpPr>
        <p:spPr>
          <a:xfrm>
            <a:off x="698500" y="1854200"/>
            <a:ext cx="11609057" cy="3302000"/>
          </a:xfrm>
          <a:prstGeom prst="rect">
            <a:avLst/>
          </a:prstGeom>
        </p:spPr>
        <p:txBody>
          <a:bodyPr anchor="b"/>
          <a:lstStyle>
            <a:lvl1pPr defTabSz="256031">
              <a:lnSpc>
                <a:spcPct val="100000"/>
              </a:lnSpc>
              <a:defRPr b="0" spc="0" sz="84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wrapped title keeps all of its lines in this fixed frame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7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1">
            <a:lumOff val="16847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7" name="hello keynote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b="0" spc="0" sz="150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hello keynote</a:t>
            </a:r>
          </a:p>
        </p:txBody>
      </p:sp>
      <p:sp>
        <p:nvSpPr>
          <p:cNvPr id="1838" name="first bullet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>
            <a:lvl1pPr marL="482600" indent="-482600">
              <a:buSzPct val="123000"/>
              <a:buChar char="•"/>
            </a:lvl1pPr>
          </a:lstStyle>
          <a:p>
            <a:pPr/>
            <a:r>
              <a:t>first bullet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7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5">
            <a:hueOff val="-152895"/>
            <a:lumOff val="12368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0" name="wrapped title keeps all of its lines in this fixed frame"/>
          <p:cNvSpPr txBox="1"/>
          <p:nvPr>
            <p:ph type="title" idx="4294967295"/>
          </p:nvPr>
        </p:nvSpPr>
        <p:spPr>
          <a:xfrm>
            <a:off x="698500" y="1854200"/>
            <a:ext cx="11609057" cy="3302000"/>
          </a:xfrm>
          <a:prstGeom prst="rect">
            <a:avLst/>
          </a:prstGeom>
        </p:spPr>
        <p:txBody>
          <a:bodyPr anchor="b"/>
          <a:lstStyle>
            <a:lvl1pPr defTabSz="256031">
              <a:lnSpc>
                <a:spcPct val="100000"/>
              </a:lnSpc>
              <a:defRPr b="0" spc="0" sz="84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wrapped title keeps all of its lines in this fixed frame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7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1">
            <a:lumOff val="16847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4" name="hello keynote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b="0" spc="0" sz="150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hello keynote</a:t>
            </a:r>
          </a:p>
        </p:txBody>
      </p:sp>
      <p:sp>
        <p:nvSpPr>
          <p:cNvPr id="1845" name="first bullet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>
            <a:lvl1pPr marL="482600" indent="-482600">
              <a:buSzPct val="123000"/>
              <a:buChar char="•"/>
            </a:lvl1pPr>
          </a:lstStyle>
          <a:p>
            <a:pPr/>
            <a:r>
              <a:t>first bullet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8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5">
            <a:hueOff val="-152895"/>
            <a:lumOff val="12368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7" name="wrapped title keeps all of its lines in this fixed frame"/>
          <p:cNvSpPr txBox="1"/>
          <p:nvPr>
            <p:ph type="title" idx="4294967295"/>
          </p:nvPr>
        </p:nvSpPr>
        <p:spPr>
          <a:xfrm>
            <a:off x="698500" y="1854200"/>
            <a:ext cx="11609057" cy="3302000"/>
          </a:xfrm>
          <a:prstGeom prst="rect">
            <a:avLst/>
          </a:prstGeom>
        </p:spPr>
        <p:txBody>
          <a:bodyPr anchor="b"/>
          <a:lstStyle>
            <a:lvl1pPr defTabSz="256031">
              <a:lnSpc>
                <a:spcPct val="100000"/>
              </a:lnSpc>
              <a:defRPr b="0" spc="0" sz="84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wrapped title keeps all of its lines in this fixed frame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8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1">
            <a:lumOff val="16847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1" name="hello keynote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b="0" spc="0" sz="150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hello keynote</a:t>
            </a:r>
          </a:p>
        </p:txBody>
      </p:sp>
      <p:sp>
        <p:nvSpPr>
          <p:cNvPr id="1852" name="first bullet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>
            <a:lvl1pPr marL="482600" indent="-482600">
              <a:buSzPct val="123000"/>
              <a:buChar char="•"/>
            </a:lvl1pPr>
          </a:lstStyle>
          <a:p>
            <a:pPr/>
            <a:r>
              <a:t>first bullet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8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5">
            <a:hueOff val="-152895"/>
            <a:lumOff val="12368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4" name="wrapped title keeps all of its lines in this fixed frame"/>
          <p:cNvSpPr txBox="1"/>
          <p:nvPr>
            <p:ph type="title" idx="4294967295"/>
          </p:nvPr>
        </p:nvSpPr>
        <p:spPr>
          <a:xfrm>
            <a:off x="698500" y="1854200"/>
            <a:ext cx="11609057" cy="3302000"/>
          </a:xfrm>
          <a:prstGeom prst="rect">
            <a:avLst/>
          </a:prstGeom>
        </p:spPr>
        <p:txBody>
          <a:bodyPr anchor="b"/>
          <a:lstStyle>
            <a:lvl1pPr defTabSz="256031">
              <a:lnSpc>
                <a:spcPct val="100000"/>
              </a:lnSpc>
              <a:defRPr b="0" spc="0" sz="84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wrapped title keeps all of its lines in this fixed frame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8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1">
            <a:lumOff val="16847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8" name="hello keynote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b="0" spc="0" sz="150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hello keynote</a:t>
            </a:r>
          </a:p>
        </p:txBody>
      </p:sp>
      <p:sp>
        <p:nvSpPr>
          <p:cNvPr id="1859" name="first bullet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>
            <a:lvl1pPr marL="482600" indent="-482600">
              <a:buSzPct val="123000"/>
              <a:buChar char="•"/>
            </a:lvl1pPr>
          </a:lstStyle>
          <a:p>
            <a:pPr/>
            <a:r>
              <a:t>first bullet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8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5">
            <a:hueOff val="-152895"/>
            <a:lumOff val="12368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1" name="wrapped title keeps all of its lines in this fixed frame"/>
          <p:cNvSpPr txBox="1"/>
          <p:nvPr>
            <p:ph type="title" idx="4294967295"/>
          </p:nvPr>
        </p:nvSpPr>
        <p:spPr>
          <a:xfrm>
            <a:off x="698500" y="1854200"/>
            <a:ext cx="11609057" cy="3302000"/>
          </a:xfrm>
          <a:prstGeom prst="rect">
            <a:avLst/>
          </a:prstGeom>
        </p:spPr>
        <p:txBody>
          <a:bodyPr anchor="b"/>
          <a:lstStyle>
            <a:lvl1pPr defTabSz="256031">
              <a:lnSpc>
                <a:spcPct val="100000"/>
              </a:lnSpc>
              <a:defRPr b="0" spc="0" sz="84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wrapped title keeps all of its lines in this fixed frame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8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1">
            <a:lumOff val="16847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5" name="hello keynote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b="0" spc="0" sz="150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hello keynote</a:t>
            </a:r>
          </a:p>
        </p:txBody>
      </p:sp>
      <p:sp>
        <p:nvSpPr>
          <p:cNvPr id="1866" name="first bullet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>
            <a:lvl1pPr marL="482600" indent="-482600">
              <a:buSzPct val="123000"/>
              <a:buChar char="•"/>
            </a:lvl1pPr>
          </a:lstStyle>
          <a:p>
            <a:pPr/>
            <a:r>
              <a:t>first bullet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8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5">
            <a:hueOff val="-152895"/>
            <a:lumOff val="12368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8" name="wrapped title keeps all of its lines in this fixed frame"/>
          <p:cNvSpPr txBox="1"/>
          <p:nvPr>
            <p:ph type="title" idx="4294967295"/>
          </p:nvPr>
        </p:nvSpPr>
        <p:spPr>
          <a:xfrm>
            <a:off x="698500" y="1854200"/>
            <a:ext cx="11609057" cy="3302000"/>
          </a:xfrm>
          <a:prstGeom prst="rect">
            <a:avLst/>
          </a:prstGeom>
        </p:spPr>
        <p:txBody>
          <a:bodyPr anchor="b"/>
          <a:lstStyle>
            <a:lvl1pPr defTabSz="256031">
              <a:lnSpc>
                <a:spcPct val="100000"/>
              </a:lnSpc>
              <a:defRPr b="0" spc="0" sz="84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wrapped title keeps all of its lines in this fixed frame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8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1">
            <a:lumOff val="16847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2" name="hello keynote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b="0" spc="0" sz="150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hello keynote</a:t>
            </a:r>
          </a:p>
        </p:txBody>
      </p:sp>
      <p:sp>
        <p:nvSpPr>
          <p:cNvPr id="1873" name="first bullet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>
            <a:lvl1pPr marL="482600" indent="-482600">
              <a:buSzPct val="123000"/>
              <a:buChar char="•"/>
            </a:lvl1pPr>
          </a:lstStyle>
          <a:p>
            <a:pPr/>
            <a:r>
              <a:t>first bullet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8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5">
            <a:hueOff val="-152895"/>
            <a:lumOff val="12368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5" name="wrapped title keeps all of its lines in this fixed frame"/>
          <p:cNvSpPr txBox="1"/>
          <p:nvPr>
            <p:ph type="title" idx="4294967295"/>
          </p:nvPr>
        </p:nvSpPr>
        <p:spPr>
          <a:xfrm>
            <a:off x="698500" y="1854200"/>
            <a:ext cx="11609057" cy="3302000"/>
          </a:xfrm>
          <a:prstGeom prst="rect">
            <a:avLst/>
          </a:prstGeom>
        </p:spPr>
        <p:txBody>
          <a:bodyPr anchor="b"/>
          <a:lstStyle>
            <a:lvl1pPr defTabSz="256031">
              <a:lnSpc>
                <a:spcPct val="100000"/>
              </a:lnSpc>
              <a:defRPr b="0" spc="0" sz="84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wrapped title keeps all of its lines in this fixed frame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8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1">
            <a:lumOff val="16847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9" name="hello keynote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b="0" spc="0" sz="150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hello keynote</a:t>
            </a:r>
          </a:p>
        </p:txBody>
      </p:sp>
      <p:sp>
        <p:nvSpPr>
          <p:cNvPr id="1880" name="first bullet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>
            <a:lvl1pPr marL="482600" indent="-482600">
              <a:buSzPct val="123000"/>
              <a:buChar char="•"/>
            </a:lvl1pPr>
          </a:lstStyle>
          <a:p>
            <a:pPr/>
            <a:r>
              <a:t>first bullet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9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5">
            <a:hueOff val="-152895"/>
            <a:lumOff val="12368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2" name="wrapped title keeps all of its lines in this fixed frame"/>
          <p:cNvSpPr txBox="1"/>
          <p:nvPr>
            <p:ph type="title" idx="4294967295"/>
          </p:nvPr>
        </p:nvSpPr>
        <p:spPr>
          <a:xfrm>
            <a:off x="698500" y="1854200"/>
            <a:ext cx="11609057" cy="3302000"/>
          </a:xfrm>
          <a:prstGeom prst="rect">
            <a:avLst/>
          </a:prstGeom>
        </p:spPr>
        <p:txBody>
          <a:bodyPr anchor="b"/>
          <a:lstStyle>
            <a:lvl1pPr defTabSz="256031">
              <a:lnSpc>
                <a:spcPct val="100000"/>
              </a:lnSpc>
              <a:defRPr b="0" spc="0" sz="84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wrapped title keeps all of its lines in this fixed frame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9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1">
            <a:lumOff val="16847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6" name="hello keynote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b="0" spc="0" sz="150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hello keynote</a:t>
            </a:r>
          </a:p>
        </p:txBody>
      </p:sp>
      <p:sp>
        <p:nvSpPr>
          <p:cNvPr id="1887" name="first bullet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>
            <a:lvl1pPr marL="482600" indent="-482600">
              <a:buSzPct val="123000"/>
              <a:buChar char="•"/>
            </a:lvl1pPr>
          </a:lstStyle>
          <a:p>
            <a:pPr/>
            <a:r>
              <a:t>first bullet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9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5">
            <a:hueOff val="-152895"/>
            <a:lumOff val="12368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9" name="wrapped title keeps all of its lines in this fixed frame"/>
          <p:cNvSpPr txBox="1"/>
          <p:nvPr>
            <p:ph type="title" idx="4294967295"/>
          </p:nvPr>
        </p:nvSpPr>
        <p:spPr>
          <a:xfrm>
            <a:off x="698500" y="1854200"/>
            <a:ext cx="11609057" cy="3302000"/>
          </a:xfrm>
          <a:prstGeom prst="rect">
            <a:avLst/>
          </a:prstGeom>
        </p:spPr>
        <p:txBody>
          <a:bodyPr anchor="b"/>
          <a:lstStyle>
            <a:lvl1pPr defTabSz="256031">
              <a:lnSpc>
                <a:spcPct val="100000"/>
              </a:lnSpc>
              <a:defRPr b="0" spc="0" sz="84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wrapped title keeps all of its lines in this fixed frame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9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1">
            <a:lumOff val="16847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3" name="hello keynote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b="0" spc="0" sz="150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hello keynote</a:t>
            </a:r>
          </a:p>
        </p:txBody>
      </p:sp>
      <p:sp>
        <p:nvSpPr>
          <p:cNvPr id="1894" name="first bullet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>
            <a:lvl1pPr marL="482600" indent="-482600">
              <a:buSzPct val="123000"/>
              <a:buChar char="•"/>
            </a:lvl1pPr>
          </a:lstStyle>
          <a:p>
            <a:pPr/>
            <a:r>
              <a:t>first bullet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9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5">
            <a:hueOff val="-152895"/>
            <a:lumOff val="12368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6" name="wrapped title keeps all of its lines in this fixed frame"/>
          <p:cNvSpPr txBox="1"/>
          <p:nvPr>
            <p:ph type="title" idx="4294967295"/>
          </p:nvPr>
        </p:nvSpPr>
        <p:spPr>
          <a:xfrm>
            <a:off x="698500" y="1854200"/>
            <a:ext cx="11609057" cy="3302000"/>
          </a:xfrm>
          <a:prstGeom prst="rect">
            <a:avLst/>
          </a:prstGeom>
        </p:spPr>
        <p:txBody>
          <a:bodyPr anchor="b"/>
          <a:lstStyle>
            <a:lvl1pPr defTabSz="256031">
              <a:lnSpc>
                <a:spcPct val="100000"/>
              </a:lnSpc>
              <a:defRPr b="0" spc="0" sz="84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wrapped title keeps all of its lines in this fixed frame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9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1">
            <a:lumOff val="16847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0" name="hello keynote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b="0" spc="0" sz="150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hello keynote</a:t>
            </a:r>
          </a:p>
        </p:txBody>
      </p:sp>
      <p:sp>
        <p:nvSpPr>
          <p:cNvPr id="1901" name="first bullet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>
            <a:lvl1pPr marL="482600" indent="-482600">
              <a:buSzPct val="123000"/>
              <a:buChar char="•"/>
            </a:lvl1pPr>
          </a:lstStyle>
          <a:p>
            <a:pPr/>
            <a:r>
              <a:t>first bullet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9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5">
            <a:hueOff val="-152895"/>
            <a:lumOff val="12368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3" name="wrapped title keeps all of its lines in this fixed frame"/>
          <p:cNvSpPr txBox="1"/>
          <p:nvPr>
            <p:ph type="title" idx="4294967295"/>
          </p:nvPr>
        </p:nvSpPr>
        <p:spPr>
          <a:xfrm>
            <a:off x="698500" y="1854200"/>
            <a:ext cx="11609057" cy="3302000"/>
          </a:xfrm>
          <a:prstGeom prst="rect">
            <a:avLst/>
          </a:prstGeom>
        </p:spPr>
        <p:txBody>
          <a:bodyPr anchor="b"/>
          <a:lstStyle>
            <a:lvl1pPr defTabSz="256031">
              <a:lnSpc>
                <a:spcPct val="100000"/>
              </a:lnSpc>
              <a:defRPr b="0" spc="0" sz="84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wrapped title keeps all of its lines in this fixed frame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9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1">
            <a:lumOff val="16847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7" name="hello keynote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b="0" spc="0" sz="150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hello keynote</a:t>
            </a:r>
          </a:p>
        </p:txBody>
      </p:sp>
      <p:sp>
        <p:nvSpPr>
          <p:cNvPr id="1908" name="first bullet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>
            <a:lvl1pPr marL="482600" indent="-482600">
              <a:buSzPct val="123000"/>
              <a:buChar char="•"/>
            </a:lvl1pPr>
          </a:lstStyle>
          <a:p>
            <a:pPr/>
            <a:r>
              <a:t>first bullet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9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5">
            <a:hueOff val="-152895"/>
            <a:lumOff val="12368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0" name="wrapped title keeps all of its lines in this fixed frame"/>
          <p:cNvSpPr txBox="1"/>
          <p:nvPr>
            <p:ph type="title" idx="4294967295"/>
          </p:nvPr>
        </p:nvSpPr>
        <p:spPr>
          <a:xfrm>
            <a:off x="698500" y="1854200"/>
            <a:ext cx="11609057" cy="3302000"/>
          </a:xfrm>
          <a:prstGeom prst="rect">
            <a:avLst/>
          </a:prstGeom>
        </p:spPr>
        <p:txBody>
          <a:bodyPr anchor="b"/>
          <a:lstStyle>
            <a:lvl1pPr defTabSz="256031">
              <a:lnSpc>
                <a:spcPct val="100000"/>
              </a:lnSpc>
              <a:defRPr b="0" spc="0" sz="84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wrapped title keeps all of its lines in this fixed frame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9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1">
            <a:lumOff val="16847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" name="hello keynote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b="0" spc="0" sz="150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hello keynote</a:t>
            </a:r>
          </a:p>
        </p:txBody>
      </p:sp>
      <p:sp>
        <p:nvSpPr>
          <p:cNvPr id="1915" name="first bullet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>
            <a:lvl1pPr marL="482600" indent="-482600">
              <a:buSzPct val="123000"/>
              <a:buChar char="•"/>
            </a:lvl1pPr>
          </a:lstStyle>
          <a:p>
            <a:pPr/>
            <a:r>
              <a:t>first bullet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0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5">
            <a:hueOff val="-152895"/>
            <a:lumOff val="12368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7" name="wrapped title keeps all of its lines in this fixed frame"/>
          <p:cNvSpPr txBox="1"/>
          <p:nvPr>
            <p:ph type="title" idx="4294967295"/>
          </p:nvPr>
        </p:nvSpPr>
        <p:spPr>
          <a:xfrm>
            <a:off x="698500" y="1854200"/>
            <a:ext cx="11609057" cy="3302000"/>
          </a:xfrm>
          <a:prstGeom prst="rect">
            <a:avLst/>
          </a:prstGeom>
        </p:spPr>
        <p:txBody>
          <a:bodyPr anchor="b"/>
          <a:lstStyle>
            <a:lvl1pPr defTabSz="256031">
              <a:lnSpc>
                <a:spcPct val="100000"/>
              </a:lnSpc>
              <a:defRPr b="0" spc="0" sz="84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wrapped title keeps all of its lines in this fixed frame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0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1">
            <a:lumOff val="16847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1" name="hello keynote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b="0" spc="0" sz="150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hello keynote</a:t>
            </a:r>
          </a:p>
        </p:txBody>
      </p:sp>
      <p:sp>
        <p:nvSpPr>
          <p:cNvPr id="1922" name="first bullet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>
            <a:lvl1pPr marL="482600" indent="-482600">
              <a:buSzPct val="123000"/>
              <a:buChar char="•"/>
            </a:lvl1pPr>
          </a:lstStyle>
          <a:p>
            <a:pPr/>
            <a:r>
              <a:t>first bullet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0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5">
            <a:hueOff val="-152895"/>
            <a:lumOff val="12368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4" name="wrapped title keeps all of its lines in this fixed frame"/>
          <p:cNvSpPr txBox="1"/>
          <p:nvPr>
            <p:ph type="title" idx="4294967295"/>
          </p:nvPr>
        </p:nvSpPr>
        <p:spPr>
          <a:xfrm>
            <a:off x="698500" y="1854200"/>
            <a:ext cx="11609057" cy="3302000"/>
          </a:xfrm>
          <a:prstGeom prst="rect">
            <a:avLst/>
          </a:prstGeom>
        </p:spPr>
        <p:txBody>
          <a:bodyPr anchor="b"/>
          <a:lstStyle>
            <a:lvl1pPr defTabSz="256031">
              <a:lnSpc>
                <a:spcPct val="100000"/>
              </a:lnSpc>
              <a:defRPr b="0" spc="0" sz="84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wrapped title keeps all of its lines in this fixed frame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0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1">
            <a:lumOff val="16847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8" name="hello keynote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b="0" spc="0" sz="150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hello keynote</a:t>
            </a:r>
          </a:p>
        </p:txBody>
      </p:sp>
      <p:sp>
        <p:nvSpPr>
          <p:cNvPr id="1929" name="first bullet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>
            <a:lvl1pPr marL="482600" indent="-482600">
              <a:buSzPct val="123000"/>
              <a:buChar char="•"/>
            </a:lvl1pPr>
          </a:lstStyle>
          <a:p>
            <a:pPr/>
            <a:r>
              <a:t>first bullet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0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5">
            <a:hueOff val="-152895"/>
            <a:lumOff val="12368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1" name="wrapped title keeps all of its lines in this fixed frame"/>
          <p:cNvSpPr txBox="1"/>
          <p:nvPr>
            <p:ph type="title" idx="4294967295"/>
          </p:nvPr>
        </p:nvSpPr>
        <p:spPr>
          <a:xfrm>
            <a:off x="698500" y="1854200"/>
            <a:ext cx="11609057" cy="3302000"/>
          </a:xfrm>
          <a:prstGeom prst="rect">
            <a:avLst/>
          </a:prstGeom>
        </p:spPr>
        <p:txBody>
          <a:bodyPr anchor="b"/>
          <a:lstStyle>
            <a:lvl1pPr defTabSz="256031">
              <a:lnSpc>
                <a:spcPct val="100000"/>
              </a:lnSpc>
              <a:defRPr b="0" spc="0" sz="84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wrapped title keeps all of its lines in this fixed frame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0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1">
            <a:lumOff val="16847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5" name="hello keynote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b="0" spc="0" sz="150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hello keynote</a:t>
            </a:r>
          </a:p>
        </p:txBody>
      </p:sp>
      <p:sp>
        <p:nvSpPr>
          <p:cNvPr id="1936" name="first bullet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>
            <a:lvl1pPr marL="482600" indent="-482600">
              <a:buSzPct val="123000"/>
              <a:buChar char="•"/>
            </a:lvl1pPr>
          </a:lstStyle>
          <a:p>
            <a:pPr/>
            <a:r>
              <a:t>first bullet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0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5">
            <a:hueOff val="-152895"/>
            <a:lumOff val="12368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8" name="wrapped title keeps all of its lines in this fixed frame"/>
          <p:cNvSpPr txBox="1"/>
          <p:nvPr>
            <p:ph type="title" idx="4294967295"/>
          </p:nvPr>
        </p:nvSpPr>
        <p:spPr>
          <a:xfrm>
            <a:off x="698500" y="1854200"/>
            <a:ext cx="11609057" cy="3302000"/>
          </a:xfrm>
          <a:prstGeom prst="rect">
            <a:avLst/>
          </a:prstGeom>
        </p:spPr>
        <p:txBody>
          <a:bodyPr anchor="b"/>
          <a:lstStyle>
            <a:lvl1pPr defTabSz="256031">
              <a:lnSpc>
                <a:spcPct val="100000"/>
              </a:lnSpc>
              <a:defRPr b="0" spc="0" sz="84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wrapped title keeps all of its lines in this fixed frame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0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1">
            <a:lumOff val="16847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2" name="hello keynote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b="0" spc="0" sz="150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hello keynote</a:t>
            </a:r>
          </a:p>
        </p:txBody>
      </p:sp>
      <p:sp>
        <p:nvSpPr>
          <p:cNvPr id="1943" name="first bullet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>
            <a:lvl1pPr marL="482600" indent="-482600">
              <a:buSzPct val="123000"/>
              <a:buChar char="•"/>
            </a:lvl1pPr>
          </a:lstStyle>
          <a:p>
            <a:pPr/>
            <a:r>
              <a:t>first bullet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0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5">
            <a:hueOff val="-152895"/>
            <a:lumOff val="12368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" name="wrapped title keeps all of its lines in this fixed frame"/>
          <p:cNvSpPr txBox="1"/>
          <p:nvPr>
            <p:ph type="title" idx="4294967295"/>
          </p:nvPr>
        </p:nvSpPr>
        <p:spPr>
          <a:xfrm>
            <a:off x="698500" y="1854200"/>
            <a:ext cx="11609057" cy="3302000"/>
          </a:xfrm>
          <a:prstGeom prst="rect">
            <a:avLst/>
          </a:prstGeom>
        </p:spPr>
        <p:txBody>
          <a:bodyPr anchor="b"/>
          <a:lstStyle>
            <a:lvl1pPr defTabSz="256031">
              <a:lnSpc>
                <a:spcPct val="100000"/>
              </a:lnSpc>
              <a:defRPr b="0" spc="0" sz="84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wrapped title keeps all of its lines in this fixed frame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0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1">
            <a:lumOff val="16847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9" name="hello keynote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b="0" spc="0" sz="150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hello keynote</a:t>
            </a:r>
          </a:p>
        </p:txBody>
      </p:sp>
      <p:sp>
        <p:nvSpPr>
          <p:cNvPr id="1950" name="first bullet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>
            <a:lvl1pPr marL="482600" indent="-482600">
              <a:buSzPct val="123000"/>
              <a:buChar char="•"/>
            </a:lvl1pPr>
          </a:lstStyle>
          <a:p>
            <a:pPr/>
            <a:r>
              <a:t>first bullet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5">
            <a:hueOff val="-152895"/>
            <a:lumOff val="12368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2" name="wrapped title keeps all of its lines in this fixed frame"/>
          <p:cNvSpPr txBox="1"/>
          <p:nvPr>
            <p:ph type="title" idx="4294967295"/>
          </p:nvPr>
        </p:nvSpPr>
        <p:spPr>
          <a:xfrm>
            <a:off x="698500" y="1854200"/>
            <a:ext cx="11609057" cy="3302000"/>
          </a:xfrm>
          <a:prstGeom prst="rect">
            <a:avLst/>
          </a:prstGeom>
        </p:spPr>
        <p:txBody>
          <a:bodyPr anchor="b"/>
          <a:lstStyle>
            <a:lvl1pPr defTabSz="256031">
              <a:lnSpc>
                <a:spcPct val="100000"/>
              </a:lnSpc>
              <a:defRPr b="0" spc="0" sz="84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wrapped title keeps all of its lines in this fixed frame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1">
            <a:lumOff val="16847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6" name="hello keynote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b="0" spc="0" sz="150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hello keynote</a:t>
            </a:r>
          </a:p>
        </p:txBody>
      </p:sp>
      <p:sp>
        <p:nvSpPr>
          <p:cNvPr id="1957" name="first bullet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>
            <a:lvl1pPr marL="482600" indent="-482600">
              <a:buSzPct val="123000"/>
              <a:buChar char="•"/>
            </a:lvl1pPr>
          </a:lstStyle>
          <a:p>
            <a:pPr/>
            <a:r>
              <a:t>first bullet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5">
            <a:hueOff val="-152895"/>
            <a:lumOff val="12368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9" name="wrapped title keeps all of its lines in this fixed frame"/>
          <p:cNvSpPr txBox="1"/>
          <p:nvPr>
            <p:ph type="title" idx="4294967295"/>
          </p:nvPr>
        </p:nvSpPr>
        <p:spPr>
          <a:xfrm>
            <a:off x="698500" y="1854200"/>
            <a:ext cx="11609057" cy="3302000"/>
          </a:xfrm>
          <a:prstGeom prst="rect">
            <a:avLst/>
          </a:prstGeom>
        </p:spPr>
        <p:txBody>
          <a:bodyPr anchor="b"/>
          <a:lstStyle>
            <a:lvl1pPr defTabSz="256031">
              <a:lnSpc>
                <a:spcPct val="100000"/>
              </a:lnSpc>
              <a:defRPr b="0" spc="0" sz="84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wrapped title keeps all of its lines in this fixed frame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1733930" rtl="0" fontAlgn="auto" latinLnBrk="0" hangingPunct="0">
          <a:lnSpc>
            <a:spcPct val="90000"/>
          </a:lnSpc>
          <a:spcBef>
            <a:spcPts val="32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0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1733930" rtl="0" fontAlgn="auto" latinLnBrk="0" hangingPunct="0">
          <a:lnSpc>
            <a:spcPct val="90000"/>
          </a:lnSpc>
          <a:spcBef>
            <a:spcPts val="32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0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