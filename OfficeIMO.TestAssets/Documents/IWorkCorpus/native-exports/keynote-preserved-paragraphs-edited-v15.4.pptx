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 slajdu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 tytułowy"/>
          <p:cNvSpPr/>
          <p:nvPr>
            <p:ph type="title"/>
          </p:nvPr>
        </p:nvSpPr>
        <p:spPr>
          <a:xfrm>
            <a:off x="889000" y="317500"/>
            <a:ext cx="10414000" cy="15113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Tekst tytułowy</a:t>
            </a:r>
          </a:p>
        </p:txBody>
      </p:sp>
      <p:sp>
        <p:nvSpPr>
          <p:cNvPr id="3" name="Treść - poziom 1…"/>
          <p:cNvSpPr/>
          <p:nvPr>
            <p:ph type="body" idx="1"/>
          </p:nvPr>
        </p:nvSpPr>
        <p:spPr>
          <a:xfrm>
            <a:off x="889000" y="1828800"/>
            <a:ext cx="10414000" cy="44196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4" name="Numer slajdu"/>
          <p:cNvSpPr/>
          <p:nvPr>
            <p:ph type="sldNum" sz="quarter" idx="2"/>
          </p:nvPr>
        </p:nvSpPr>
        <p:spPr>
          <a:xfrm>
            <a:off x="0" y="0"/>
            <a:ext cx="464741" cy="456605"/>
          </a:xfrm>
          <a:prstGeom prst="rect">
            <a:avLst/>
          </a:prstGeom>
          <a:ln w="0">
            <a:miter lim="0"/>
          </a:ln>
        </p:spPr>
        <p:txBody>
          <a:bodyPr wrap="none" lIns="0" tIns="0" rIns="0" bIns="0">
            <a:spAutoFit/>
          </a:bodyPr>
          <a:lstStyle/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9pPr>
    </p:titleStyle>
    <p:body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9pPr>
    </p:bodyStyle>
    <p:other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dited PNG — image behind text"/>
          <p:cNvSpPr txBox="1"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chemeClr val="accent4">
                    <a:hueOff val="9720000"/>
                    <a:lumOff val="-20000"/>
                  </a:schemeClr>
                </a:solidFill>
                <a:latin typeface="HelveticaNeue"/>
                <a:ea typeface="HelveticaNeue"/>
                <a:cs typeface="HelveticaNeue"/>
                <a:sym typeface="HelveticaNeue"/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chemeClr val="accent4">
                    <a:hueOff val="9720000"/>
                    <a:lumOff val="-20000"/>
                  </a:schemeClr>
                </a:solidFill>
                <a:latin typeface="HelveticaNeue"/>
                <a:ea typeface="HelveticaNeue"/>
                <a:cs typeface="HelveticaNeue"/>
                <a:sym typeface="HelveticaNeue"/>
              </a:rPr>
              <a:t>Edited PNG — image behind text</a:t>
            </a:r>
            <a:endParaRPr sz="3200">
              <a:solidFill>
                <a:schemeClr val="accent4">
                  <a:hueOff val="9720000"/>
                  <a:lumOff val="-20000"/>
                </a:schemeClr>
              </a:solidFill>
              <a:latin typeface="HelveticaNeue"/>
              <a:ea typeface="HelveticaNeue"/>
              <a:cs typeface="HelveticaNeue"/>
              <a:sym typeface="HelveticaNeue"/>
            </a:endParaRPr>
          </a:p>
        </p:txBody>
      </p:sp>
      <p:sp>
        <p:nvSpPr>
          <p:cNvPr id="21" name="Covered source label"/>
          <p:cNvSpPr txBox="1"/>
          <p:nvPr/>
        </p:nvSpPr>
        <p:spPr>
          <a:xfrm>
            <a:off x="1270000" y="2540000"/>
            <a:ext cx="6350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 sz="2800"/>
            </a:lvl1pPr>
          </a:lstStyle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>
                <a:latin typeface="+mn-lt"/>
                <a:ea typeface="+mn-ea"/>
                <a:cs typeface="+mn-cs"/>
                <a:sym typeface="ArialMT"/>
              </a:rPr>
              <a:t>Covered source label</a:t>
            </a:r>
            <a:endParaRPr sz="2800">
              <a:latin typeface="+mn-lt"/>
              <a:ea typeface="+mn-ea"/>
              <a:cs typeface="+mn-cs"/>
              <a:sym typeface="ArialMT"/>
            </a:endParaRPr>
          </a:p>
        </p:txBody>
      </p:sp>
      <p:pic>
        <p:nvPicPr>
          <p:cNvPr id="22" name="Opaque four-color PNG 😀" descr="Opaque four-color PNG 😀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0" y="1397000"/>
            <a:ext cx="6096000" cy="4064000"/>
          </a:xfrm>
          <a:prstGeom prst="rect">
            <a:avLst/>
          </a:prstGeom>
          <a:ln w="0">
            <a:miter lim="0"/>
          </a:ln>
        </p:spPr>
      </p:pic>
      <p:sp>
        <p:nvSpPr>
          <p:cNvPr id="23" name="TEXT IN FRONT"/>
          <p:cNvSpPr txBox="1"/>
          <p:nvPr/>
        </p:nvSpPr>
        <p:spPr>
          <a:xfrm>
            <a:off x="1270000" y="2794000"/>
            <a:ext cx="5080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ArialMT"/>
              </a:rPr>
              <a:t>TEXT IN FRONT</a:t>
            </a:r>
            <a:endParaRPr sz="3200">
              <a:solidFill>
                <a:srgbClr val="FFFFFF"/>
              </a:solidFill>
              <a:latin typeface="+mn-lt"/>
              <a:ea typeface="+mn-ea"/>
              <a:cs typeface="+mn-cs"/>
              <a:sym typeface="ArialMT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4">
            <a:hueOff val="9720000"/>
            <a:lumOff val="-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dited alpha PNG"/>
          <p:cNvSpPr txBox="1"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  <a:latin typeface="HelveticaNeue"/>
                <a:ea typeface="HelveticaNeue"/>
                <a:cs typeface="HelveticaNeue"/>
                <a:sym typeface="HelveticaNeue"/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rgbClr val="FFFFFF"/>
                </a:solidFill>
                <a:latin typeface="HelveticaNeue"/>
                <a:ea typeface="HelveticaNeue"/>
                <a:cs typeface="HelveticaNeue"/>
                <a:sym typeface="HelveticaNeue"/>
              </a:rPr>
              <a:t>Edited alpha PNG</a:t>
            </a:r>
            <a:endParaRPr sz="3200">
              <a:solidFill>
                <a:srgbClr val="FFFFFF"/>
              </a:solidFill>
              <a:latin typeface="HelveticaNeue"/>
              <a:ea typeface="HelveticaNeue"/>
              <a:cs typeface="HelveticaNeue"/>
              <a:sym typeface="HelveticaNeue"/>
            </a:endParaRPr>
          </a:p>
        </p:txBody>
      </p:sp>
      <p:pic>
        <p:nvPicPr>
          <p:cNvPr id="26" name="Transparent, half-alpha, opaque purple" descr="Transparent, half-alpha, opaque purpl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0" y="1524000"/>
            <a:ext cx="6096000" cy="4064000"/>
          </a:xfrm>
          <a:prstGeom prst="rect">
            <a:avLst/>
          </a:prstGeom>
          <a:ln w="0">
            <a:miter lim="0"/>
          </a:ln>
        </p:spPr>
      </p:pic>
      <p:sp>
        <p:nvSpPr>
          <p:cNvPr id="27" name="0% / 50% / 100% alpha"/>
          <p:cNvSpPr txBox="1"/>
          <p:nvPr/>
        </p:nvSpPr>
        <p:spPr>
          <a:xfrm>
            <a:off x="762000" y="5715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>
                <a:solidFill>
                  <a:srgbClr val="FFFFFF"/>
                </a:solidFill>
                <a:latin typeface="+mn-lt"/>
                <a:ea typeface="+mn-ea"/>
                <a:cs typeface="+mn-cs"/>
                <a:sym typeface="ArialMT"/>
              </a:rPr>
              <a:t>0% / 50% / </a:t>
            </a:r>
            <a:r>
              <a:rPr b="1" sz="28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100% alpha</a:t>
            </a:r>
            <a:endParaRPr b="1" sz="2800">
              <a:solidFill>
                <a:srgbClr val="FFD7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Native checked JPEG"/>
          <p:cNvSpPr txBox="1"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chemeClr val="accent4">
                    <a:hueOff val="9720000"/>
                    <a:lumOff val="-20000"/>
                  </a:schemeClr>
                </a:solidFill>
                <a:latin typeface="HelveticaNeue"/>
                <a:ea typeface="HelveticaNeue"/>
                <a:cs typeface="HelveticaNeue"/>
                <a:sym typeface="HelveticaNeue"/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chemeClr val="accent4">
                    <a:hueOff val="9720000"/>
                    <a:lumOff val="-20000"/>
                  </a:schemeClr>
                </a:solidFill>
                <a:latin typeface="HelveticaNeue"/>
                <a:ea typeface="HelveticaNeue"/>
                <a:cs typeface="HelveticaNeue"/>
                <a:sym typeface="HelveticaNeue"/>
              </a:rPr>
              <a:t>Native checked JPEG</a:t>
            </a:r>
            <a:endParaRPr sz="3200">
              <a:solidFill>
                <a:schemeClr val="accent4">
                  <a:hueOff val="9720000"/>
                  <a:lumOff val="-20000"/>
                </a:schemeClr>
              </a:solidFill>
              <a:latin typeface="HelveticaNeue"/>
              <a:ea typeface="HelveticaNeue"/>
              <a:cs typeface="HelveticaNeue"/>
              <a:sym typeface="HelveticaNeue"/>
            </a:endParaRPr>
          </a:p>
        </p:txBody>
      </p:sp>
      <p:pic>
        <p:nvPicPr>
          <p:cNvPr id="30" name="Four-color JPEG, intentionally stretched frame" descr="Four-color JPEG, intentionally stretched fram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6000" y="1524000"/>
            <a:ext cx="7620000" cy="3048000"/>
          </a:xfrm>
          <a:prstGeom prst="rect">
            <a:avLst/>
          </a:prstGeom>
          <a:ln w="0">
            <a:miter lim="0"/>
          </a:ln>
        </p:spPr>
      </p:pic>
      <p:sp>
        <p:nvSpPr>
          <p:cNvPr id="31" name="JPEG / stretched frame"/>
          <p:cNvSpPr txBox="1"/>
          <p:nvPr/>
        </p:nvSpPr>
        <p:spPr>
          <a:xfrm>
            <a:off x="762000" y="5080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 sz="2800">
                <a:latin typeface="TimesNewRomanPSMT"/>
                <a:ea typeface="TimesNewRomanPSMT"/>
                <a:cs typeface="TimesNewRomanPSMT"/>
                <a:sym typeface="TimesNewRomanPSMT"/>
              </a:defRPr>
            </a:lvl1pPr>
          </a:lstStyle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>
                <a:latin typeface="TimesNewRomanPSMT"/>
                <a:ea typeface="TimesNewRomanPSMT"/>
                <a:cs typeface="TimesNewRomanPSMT"/>
                <a:sym typeface="TimesNewRomanPSMT"/>
              </a:rPr>
              <a:t>JPEG / stretched frame</a:t>
            </a:r>
            <a:endParaRPr sz="2800">
              <a:latin typeface="TimesNewRomanPSMT"/>
              <a:ea typeface="TimesNewRomanPSMT"/>
              <a:cs typeface="TimesNewRomanPSMT"/>
              <a:sym typeface="TimesNewRomanPSMT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IMO">
  <a:themeElements>
    <a:clrScheme name="OfficeIMO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66CC"/>
      </a:accent1>
      <a:accent2>
        <a:srgbClr val="00A366"/>
      </a:accent2>
      <a:accent3>
        <a:srgbClr val="66A300"/>
      </a:accent3>
      <a:accent4>
        <a:srgbClr val="CCA300"/>
      </a:accent4>
      <a:accent5>
        <a:srgbClr val="CC2929"/>
      </a:accent5>
      <a:accent6>
        <a:srgbClr val="7A29CC"/>
      </a:accent6>
      <a:hlink>
        <a:srgbClr val="0000FF"/>
      </a:hlink>
      <a:folHlink>
        <a:srgbClr val="FF00FF"/>
      </a:folHlink>
    </a:clrScheme>
    <a:fontScheme name="OfficeIMO">
      <a:majorFont>
        <a:latin typeface="ArialMT"/>
        <a:ea typeface="ArialMT"/>
        <a:cs typeface="ArialMT"/>
      </a:majorFont>
      <a:minorFont>
        <a:latin typeface="ArialMT"/>
        <a:ea typeface="ArialMT"/>
        <a:cs typeface="ArialMT"/>
      </a:minorFont>
    </a:fontScheme>
    <a:fmtScheme name="OfficeI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IMO">
  <a:themeElements>
    <a:clrScheme name="OfficeIMO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66CC"/>
      </a:accent1>
      <a:accent2>
        <a:srgbClr val="00A366"/>
      </a:accent2>
      <a:accent3>
        <a:srgbClr val="66A300"/>
      </a:accent3>
      <a:accent4>
        <a:srgbClr val="CCA300"/>
      </a:accent4>
      <a:accent5>
        <a:srgbClr val="CC2929"/>
      </a:accent5>
      <a:accent6>
        <a:srgbClr val="7A29CC"/>
      </a:accent6>
      <a:hlink>
        <a:srgbClr val="0000FF"/>
      </a:hlink>
      <a:folHlink>
        <a:srgbClr val="FF00FF"/>
      </a:folHlink>
    </a:clrScheme>
    <a:fontScheme name="OfficeIMO">
      <a:majorFont>
        <a:latin typeface="ArialMT"/>
        <a:ea typeface="ArialMT"/>
        <a:cs typeface="ArialMT"/>
      </a:majorFont>
      <a:minorFont>
        <a:latin typeface="ArialMT"/>
        <a:ea typeface="ArialMT"/>
        <a:cs typeface="ArialMT"/>
      </a:minorFont>
    </a:fontScheme>
    <a:fmtScheme name="OfficeI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