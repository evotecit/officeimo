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dd4e8fc906f41b2" /><Relationship Type="http://schemas.openxmlformats.org/officeDocument/2006/relationships/extended-properties" Target="/docProps/app.xml" Id="R175eaa3168d54a3a" /><Relationship Type="http://schemas.openxmlformats.org/package/2006/relationships/metadata/core-properties" Target="/docProps/core.xml" Id="R7b219215fce14741" /><Relationship Type="http://schemas.openxmlformats.org/package/2006/relationships/metadata/thumbnail" Target="/docProps/thumbnail.jpeg" Id="R5f194d8f89ba404a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3a822b05b1474f29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12192000" cy="6858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3b26071cf8c144e4" /><Relationship Type="http://schemas.openxmlformats.org/officeDocument/2006/relationships/presProps" Target="/ppt/presProps.xml" Id="R307605ca6b474e66" /><Relationship Type="http://schemas.openxmlformats.org/officeDocument/2006/relationships/viewProps" Target="/ppt/viewProps.xml" Id="R62957a0363084cd0" /><Relationship Type="http://schemas.openxmlformats.org/officeDocument/2006/relationships/tableStyles" Target="/ppt/tableStyles.xml" Id="R0b1801460d9c433c" /><Relationship Type="http://schemas.openxmlformats.org/officeDocument/2006/relationships/notesMaster" Target="/ppt/notesMasters/notesMaster1.xml" Id="R3a822b05b1474f29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4b3dfe8dcd4fca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01b23cf2644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aafc7c513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7f367238f4d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2822c040f45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a40ee6ced49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4b64a4bb645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25d4190dd4ad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29579a3b34f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01dcc5dfe4b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f2f9689aa41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9fbcb8aae44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png" Id="Rae614ebf6fb34f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png" Id="Rf7a02a15915b45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jpeg" Id="R609eacb20a8b4799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Edited PNG — image behind text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540000"/>
            <a:ext cx="635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Arial"/>
              </a:rPr>
              <a:t>Covered source label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4" name="Picture 1" descr="Opaque four-color PNG 😀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14ebf6fb34ff6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762000" y="1397000"/>
            <a:ext cx="6096000" cy="4064000"/>
          </a:xfrm>
          <a:prstGeom xmlns:a="http://schemas.openxmlformats.org/drawingml/2006/main" prst="rect">
            <a:avLst/>
          </a:prstGeom>
        </p:spPr>
      </p:pic>
      <p:sp>
        <p:nvSpPr>
          <p:cNvPr id="5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794000"/>
            <a:ext cx="508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Arial"/>
              </a:rPr>
              <a:t>TEXT IN FRONT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3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Helvetica Neue"/>
              </a:rPr>
              <a:t>Edited alpha PNG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Transparent, half-alpha, opaque purp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02a15915b45ff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762000" y="1524000"/>
            <a:ext cx="6096000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715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FFFFFF"/>
                </a:solidFill>
                <a:latin typeface="Arial"/>
              </a:rPr>
              <a:t>0% / 50% / </a:t>
            </a:r>
            <a:r>
              <a:rPr sz="2800" b="1" i="0" u="none" strike="noStrike" spc="0">
                <a:solidFill>
                  <a:srgbClr val="FFD700"/>
                </a:solidFill>
                <a:latin typeface="Arial"/>
              </a:rPr>
              <a:t>100% alpha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Native checked JPEG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Four-color JPEG, intentionally stretched fr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acb20a8b4799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6000" y="1524000"/>
            <a:ext cx="7620000" cy="30480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080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Times New Roman"/>
              </a:rPr>
              <a:t>JPEG / stretched frame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3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2026-10-11T00:46:37.0000000Z</dcterms:created>
  <dcterms:modified xsi:type="dcterms:W3CDTF">2026-10-11T00:46:37.9479690Z</dcterms:modified>
</coreProperties>
</file>