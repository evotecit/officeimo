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e09968d4e90488d" /><Relationship Type="http://schemas.openxmlformats.org/officeDocument/2006/relationships/extended-properties" Target="/docProps/app.xml" Id="Rd98da657e0264b94" /><Relationship Type="http://schemas.openxmlformats.org/package/2006/relationships/metadata/core-properties" Target="/docProps/core.xml" Id="R1f5ccd03bdec4d99" /><Relationship Type="http://schemas.openxmlformats.org/package/2006/relationships/metadata/thumbnail" Target="/docProps/thumbnail.jpeg" Id="R2538f713a3cd421a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9720eb11d4a140ba"/>
  </p:notesMasterIdLst>
  <p:sldIdLst>
    <p:sldId xmlns:r="http://schemas.openxmlformats.org/officeDocument/2006/relationships" id="256" r:id="rId2"/>
  </p:sldIdLst>
  <p:sldSz cx="7620000" cy="6350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cf7157606c9843a9" /><Relationship Type="http://schemas.openxmlformats.org/officeDocument/2006/relationships/presProps" Target="/ppt/presProps.xml" Id="R3fe2c81198ac42c3" /><Relationship Type="http://schemas.openxmlformats.org/officeDocument/2006/relationships/viewProps" Target="/ppt/viewProps.xml" Id="Rec0077f8429a4c0a" /><Relationship Type="http://schemas.openxmlformats.org/officeDocument/2006/relationships/tableStyles" Target="/ppt/tableStyles.xml" Id="R9d34bf050c8046c1" /><Relationship Type="http://schemas.openxmlformats.org/officeDocument/2006/relationships/notesMaster" Target="/ppt/notesMasters/notesMaster1.xml" Id="R9720eb11d4a140ba" /><Relationship Type="http://schemas.openxmlformats.org/officeDocument/2006/relationships/slide" Target="/ppt/slides/slide2.xml" Id="rI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c8596f7df34932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4083bc3334c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60345f9984c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c8bdf028447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b4f4acd5148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b32fb6fed4c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ffff0926940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9915677fe41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9aca889314c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b9dd6611645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f30d6059d4a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5b587252f42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 rot="0">
          <a:off xmlns:a="http://schemas.openxmlformats.org/drawingml/2006/main" x="914400" y="914400"/>
          <a:ext xmlns:a="http://schemas.openxmlformats.org/drawingml/2006/main" cx="6350000" cy="5080000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0">
                <a:tc>
                  <a:txBody>
                    <a:bodyPr/>
                    <a:lstStyle/>
                    <a:p>
                      <a:pPr marL="209550" lvl="0" indent="-209550" rtl="0">
                        <a:buSzPts val="1100"/>
                        <a:buFont typeface="Calibri"/>
                        <a:buAutoNum type="arabicPeriod" startAt="7"/>
                      </a:pPr>
                      <a:r>
                        <a:rPr sz="1200">
                          <a:latin typeface="Arial"/>
                        </a:rPr>
                        <a:t>Value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Calibri"/>
                        <a:buAutoNum type="arabicPeriod" startAt="1"/>
                      </a:pPr>
                      <a:r>
                        <a:rPr sz="1200">
                          <a:latin typeface="Arial"/>
                        </a:rPr>
                        <a:t>Child one</a:t>
                      </a:r>
                      <a:endParaRPr lang="en-US"/>
                    </a:p>
                    <a:p>
                      <a:pPr rtl="0"/>
                      <a:r>
                        <a:rPr sz="1200">
                          <a:latin typeface="Arial"/>
                        </a:rPr>
                        <a:t>Gap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Calibri"/>
                        <a:buAutoNum type="arabicPeriod" startAt="2"/>
                      </a:pPr>
                      <a:r>
                        <a:rPr sz="1200">
                          <a:latin typeface="Arial"/>
                        </a:rPr>
                        <a:t>Child continued</a:t>
                      </a:r>
                      <a:endParaRPr lang="en-US"/>
                    </a:p>
                    <a:p>
                      <a:pPr marL="209550" lvl="0" indent="-209550" rtl="0">
                        <a:buSzPts val="1100"/>
                        <a:buFont typeface="Calibri"/>
                        <a:buAutoNum type="arabicPeriod" startAt="8"/>
                      </a:pPr>
                      <a:r>
                        <a:rPr sz="1200">
                          <a:latin typeface="Arial"/>
                        </a:rPr>
                        <a:t>Parent eight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Calibri"/>
                        <a:buAutoNum type="arabicPeriod"/>
                      </a:pPr>
                      <a:r>
                        <a:rPr sz="1200">
                          <a:latin typeface="Arial"/>
                        </a:rPr>
                        <a:t>Child reset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2026-10-10T05:26:01.0000000Z</dcterms:created>
  <dcterms:modified xsi:type="dcterms:W3CDTF">2026-10-10T05:26:01.1838850Z</dcterms:modified>
</coreProperties>
</file>