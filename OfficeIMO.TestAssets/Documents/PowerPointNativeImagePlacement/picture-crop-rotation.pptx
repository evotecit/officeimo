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8b9e84259234ee0" /><Relationship Type="http://schemas.openxmlformats.org/officeDocument/2006/relationships/extended-properties" Target="/docProps/app.xml" Id="Rc110007dc952492a" /><Relationship Type="http://schemas.openxmlformats.org/package/2006/relationships/metadata/core-properties" Target="/docProps/core.xml" Id="Ra0fbdeec72504821" /><Relationship Type="http://schemas.openxmlformats.org/package/2006/relationships/metadata/thumbnail" Target="/docProps/thumbnail.jpeg" Id="Rc9e3f6aca00242f2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1267db4219f64e92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3048000" cy="2032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393577006d9f432a" /><Relationship Type="http://schemas.openxmlformats.org/officeDocument/2006/relationships/presProps" Target="/ppt/presProps.xml" Id="R1f0d49e747944f3e" /><Relationship Type="http://schemas.openxmlformats.org/officeDocument/2006/relationships/viewProps" Target="/ppt/viewProps.xml" Id="Rf3e1584641374756" /><Relationship Type="http://schemas.openxmlformats.org/officeDocument/2006/relationships/tableStyles" Target="/ppt/tableStyles.xml" Id="R43c18614a1aa472d" /><Relationship Type="http://schemas.openxmlformats.org/officeDocument/2006/relationships/notesMaster" Target="/ppt/notesMasters/notesMaster1.xml" Id="R1267db4219f64e92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0b5e4e152594b18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aaf4bfcb3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e5448f89b4e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a3b01ce3943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148a57f0148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4fded25dd46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d24bc9b944f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b610bfa8545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eb78c6bd842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de08f803443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62d7094c549e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1922bfda340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png" Id="R8ec3c033cfe84a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svg" Id="R1d2c935c53b5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3c033cfe84ac5"/>
          <a:srcRect xmlns:a="http://schemas.openxmlformats.org/drawingml/2006/main" l="25000" t="0" r="0" b="0"/>
          <a:stretch xmlns:a="http://schemas.openxmlformats.org/drawingml/2006/main">
            <a:fillRect/>
          </a:stretch>
        </p:blipFill>
        <p:spPr>
          <a:xfrm xmlns:a="http://schemas.openxmlformats.org/drawingml/2006/main" rot="5400000">
            <a:off x="508000" y="635000"/>
            <a:ext cx="762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Rectangl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44500"/>
            <a:ext cx="381000" cy="762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0000"/>
            </a:solidFill>
          </a:ln>
        </p:spPr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c935c53b541c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54000" y="254000"/>
            <a:ext cx="508000" cy="381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04800"/>
            <a:ext cx="6096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solidFill>
              <a:srgbClr val="0284C7"/>
            </a:solidFill>
          </a:ln>
          <a:effectLst xmlns:a="http://schemas.openxmlformats.org/drawingml/2006/main">
            <a:glow rad="76200">
              <a:srgbClr val="FF00FF">
                <a:alpha val="75000"/>
              </a:srgbClr>
            </a:glow>
          </a:effectLst>
        </p:spPr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3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2026-10-16T18:49:10.0000000Z</dcterms:created>
  <dcterms:modified xsi:type="dcterms:W3CDTF">2026-10-16T18:49:10.7234650Z</dcterms:modified>
</coreProperties>
</file>