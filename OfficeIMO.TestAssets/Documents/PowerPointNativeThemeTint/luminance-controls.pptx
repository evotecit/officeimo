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f5fb833858f40f7" /><Relationship Type="http://schemas.openxmlformats.org/officeDocument/2006/relationships/extended-properties" Target="/docProps/app.xml" Id="R91829d5b26784ebb" /><Relationship Type="http://schemas.openxmlformats.org/package/2006/relationships/metadata/core-properties" Target="/docProps/core.xml" Id="Rcb65f2212b2f43f6" /><Relationship Type="http://schemas.openxmlformats.org/package/2006/relationships/metadata/thumbnail" Target="/docProps/thumbnail.jpeg" Id="R308cbbff32d54090" /></Relationships>
</file>

<file path=ppt/presentation.xml><?xml version="1.0" encoding="utf-8"?>
<p:presentation xmlns:p="http://schemas.openxmlformats.org/presentationml/2006/main" saveSubsetFonts="1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383746e160614364"/>
  </p:notesMasterIdLst>
  <p:sldIdLst>
    <p:sldId xmlns:r="http://schemas.openxmlformats.org/officeDocument/2006/relationships" id="256" r:id="rId2"/>
  </p:sldIdLst>
  <p:sldSz cx="6096000" cy="2032000" type="custom"/>
  <p:notesSz cx="6858000" cy="9144000"/>
  <p:defaultTextStyle/>
</p:presentation>
</file>

<file path=ppt/presProps.xml><?xml version="1.0" encoding="utf-8"?>
<p:presentationPr xmlns:p="http://schemas.openxmlformats.org/presentationml/2006/main">
  <p:showPr showNarration="0" showAnimation="1" useTimings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xmlns:a="http://schemas.openxmlformats.org/drawingml/2006/main" n="142" d="100"/>
          <a:sy xmlns:a="http://schemas.openxmlformats.org/drawingml/2006/main" n="142" d="100"/>
        </p:scale>
        <p:origin x="0" y="0"/>
      </p:cViewPr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73e378dcc1e742fc" /><Relationship Type="http://schemas.openxmlformats.org/officeDocument/2006/relationships/presProps" Target="/ppt/presProps.xml" Id="Raee80189262f4d36" /><Relationship Type="http://schemas.openxmlformats.org/officeDocument/2006/relationships/viewProps" Target="/ppt/viewProps.xml" Id="R426e94d0e15340cd" /><Relationship Type="http://schemas.openxmlformats.org/officeDocument/2006/relationships/tableStyles" Target="/ppt/tableStyles.xml" Id="R21d9c49ffa9c49a6" /><Relationship Type="http://schemas.openxmlformats.org/officeDocument/2006/relationships/notesMaster" Target="/ppt/notesMasters/notesMaster1.xml" Id="R383746e160614364" /><Relationship Type="http://schemas.openxmlformats.org/officeDocument/2006/relationships/slide" Target="/ppt/slides/slide2.xml" Id="rI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41d3468b0574339" /></Relationships>
</file>

<file path=ppt/notesMasters/notesMaster1.xml><?xml version="1.0" encoding="utf-8"?>
<p:notes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lide Image Placeholder"/>
          <p:cNvSpPr/>
          <p:nvPr>
            <p:ph type="sldImg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"/>
          <p:cNvSpPr/>
          <p:nvPr>
            <p:ph type="dt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Slide Number Placeholder"/>
          <p:cNvSpPr/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"/>
          <p:cNvSpPr/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>
      <a:defRPr lang="en-US"/>
    </a:lvl1pPr>
    <a:lvl2pPr xmlns:a="http://schemas.openxmlformats.org/drawingml/2006/main">
      <a:defRPr lang="en-US"/>
    </a:lvl2pPr>
    <a:lvl3pPr xmlns:a="http://schemas.openxmlformats.org/drawingml/2006/main">
      <a:defRPr lang="en-US"/>
    </a:lvl3pPr>
    <a:lvl4pPr xmlns:a="http://schemas.openxmlformats.org/drawingml/2006/main">
      <a:defRPr lang="en-US"/>
    </a:lvl4pPr>
    <a:lvl5pPr xmlns:a="http://schemas.openxmlformats.org/drawingml/2006/main">
      <a:defRPr lang="en-US"/>
    </a:lvl5pPr>
    <a:lvl6pPr xmlns:a="http://schemas.openxmlformats.org/drawingml/2006/main">
      <a:defRPr lang="en-US"/>
    </a:lvl6pPr>
    <a:lvl7pPr xmlns:a="http://schemas.openxmlformats.org/drawingml/2006/main">
      <a:defRPr lang="en-US"/>
    </a:lvl7pPr>
    <a:lvl8pPr xmlns:a="http://schemas.openxmlformats.org/drawingml/2006/main">
      <a:defRPr lang="en-US"/>
    </a:lvl8pPr>
    <a:lvl9pPr xmlns:a="http://schemas.openxmlformats.org/drawingml/2006/main">
      <a:defRPr lang="en-US"/>
    </a:lvl9pPr>
  </p:notesStyle>
</p:notesMaster>
</file>

<file path=ppt/notes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31788a93449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87666f57344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70684b89fe4c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4777e503144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f6c938fff42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af4d1bceb4f4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88b45942d4ee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f1f8db9f842e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0fdc99524c49c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596b69364f425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07393aa48147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 Placeholder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ection Header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Obj">
  <p:cSld name="Comparis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5125"/>
            <a:ext cx="804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Tex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icture Placeholder 3"/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8200" y="760000"/>
            <a:ext cx="7772400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aption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912625"/>
            <a:ext cx="7772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18288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Vertical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3200" y="365125"/>
            <a:ext cx="5486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27432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5" y="365125"/>
            <a:ext cx="914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Caption Placeholder 4"/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85800" y="6200000"/>
            <a:ext cx="709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  <p:sldLayoutId xmlns:r="http://schemas.openxmlformats.org/officeDocument/2006/relationships" id="2147483654" r:id="rId6"/>
    <p:sldLayoutId xmlns:r="http://schemas.openxmlformats.org/officeDocument/2006/relationships" id="2147483655" r:id="rId7"/>
    <p:sldLayoutId xmlns:r="http://schemas.openxmlformats.org/officeDocument/2006/relationships" id="2147483656" r:id="rId8"/>
    <p:sldLayoutId xmlns:r="http://schemas.openxmlformats.org/officeDocument/2006/relationships" id="2147483657" r:id="rId9"/>
    <p:sldLayoutId xmlns:r="http://schemas.openxmlformats.org/officeDocument/2006/relationships" id="2147483658" r:id="rId10"/>
    <p:sldLayoutId xmlns:r="http://schemas.openxmlformats.org/officeDocument/2006/relationships" id="2147483659" r:id="rId11"/>
  </p:sldLayoutIdLst>
  <p:txStyles>
    <p:titleStyle/>
    <p:bodyStyle/>
    <p:otherStyle/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/>
        </p:nvSpPr>
        <p:spPr>
          <a:xfrm>
            <a:off x="127000" y="381000"/>
            <a:ext cx="635000" cy="1016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952500" y="381000"/>
            <a:ext cx="635000" cy="1016000"/>
          </a:xfrm>
          <a:prstGeom prst="rect">
            <a:avLst/>
          </a:prstGeom>
          <a:solidFill>
            <a:srgbClr val="4472C4">
              <a:lumMod val="50000"/>
            </a:srgbClr>
          </a:solidFill>
          <a:ln>
            <a:noFill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1778000" y="381000"/>
            <a:ext cx="635000" cy="1016000"/>
          </a:xfrm>
          <a:prstGeom prst="rect">
            <a:avLst/>
          </a:prstGeom>
          <a:solidFill>
            <a:srgbClr val="4472C4">
              <a:lumOff val="20000"/>
            </a:srgbClr>
          </a:solidFill>
          <a:ln>
            <a:noFill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2603500" y="381000"/>
            <a:ext cx="635000" cy="1016000"/>
          </a:xfrm>
          <a:prstGeom prst="rect">
            <a:avLst/>
          </a:prstGeom>
          <a:solidFill>
            <a:srgbClr val="4472C4">
              <a:lumMod val="50000"/>
              <a:lumOff val="20000"/>
            </a:srgbClr>
          </a:solidFill>
          <a:ln>
            <a:noFill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429000" y="381000"/>
            <a:ext cx="635000" cy="1016000"/>
          </a:xfrm>
          <a:prstGeom prst="rect">
            <a:avLst/>
          </a:prstGeom>
          <a:solidFill>
            <a:srgbClr val="4472C4">
              <a:lumOff val="20000"/>
              <a:lumMod val="50000"/>
            </a:srgbClr>
          </a:solidFill>
          <a:ln>
            <a:noFill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4254500" y="381000"/>
            <a:ext cx="635000" cy="1016000"/>
          </a:xfrm>
          <a:prstGeom prst="rect">
            <a:avLst/>
          </a:prstGeom>
          <a:solidFill>
            <a:srgbClr val="4472C4">
              <a:lumMod val="50000"/>
              <a:alpha val="45000"/>
              <a:lumOff val="20000"/>
            </a:srgbClr>
          </a:solidFill>
          <a:ln>
            <a:noFill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5080000" y="381000"/>
            <a:ext cx="635000" cy="1016000"/>
          </a:xfrm>
          <a:prstGeom prst="rect">
            <a:avLst/>
          </a:prstGeom>
          <a:solidFill>
            <a:srgbClr val="4472C4">
              <a:lumMod val="50000"/>
              <a:lumOff val="20000"/>
              <a:alpha val="45000"/>
            </a:srgbClr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TotalTime>0</ap:TotalTime>
  <ap:HiddenSlides>0</ap:HiddenSlides>
  <ap:Notes>0</ap:Notes>
  <ap:Slides>1</ap:Slides>
  <ap:PresentationFormat>Custom</ap:PresentationFormat>
  <ap:Application>Microsoft Office PowerPoint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OfficeIMO</dc:creator>
  <lastModifiedBy>OfficeIMO</lastModifiedBy>
  <dcterms:created xsi:type="dcterms:W3CDTF">2026-10-16T20:29:47.0000000Z</dcterms:created>
  <dcterms:modified xsi:type="dcterms:W3CDTF">2026-10-16T20:29:47.0645320Z</dcterms:modified>
</coreProperties>
</file>