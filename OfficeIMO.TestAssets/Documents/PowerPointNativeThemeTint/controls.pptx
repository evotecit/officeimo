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f5fb833858f40f7" /><Relationship Type="http://schemas.openxmlformats.org/officeDocument/2006/relationships/extended-properties" Target="/docProps/app.xml" Id="R91829d5b26784ebb" /><Relationship Type="http://schemas.openxmlformats.org/package/2006/relationships/metadata/core-properties" Target="/docProps/core.xml" Id="Rcb65f2212b2f43f6" /><Relationship Type="http://schemas.openxmlformats.org/package/2006/relationships/metadata/thumbnail" Target="/docProps/thumbnail.jpeg" Id="R308cbbff32d54090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383746e160614364"/>
  </p:notesMasterIdLst>
  <p:sldIdLst>
    <p:sldId xmlns:r="http://schemas.openxmlformats.org/officeDocument/2006/relationships" id="256" r:id="rId2"/>
  </p:sldIdLst>
  <p:sldSz cx="6096000" cy="2032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73e378dcc1e742fc" /><Relationship Type="http://schemas.openxmlformats.org/officeDocument/2006/relationships/presProps" Target="/ppt/presProps.xml" Id="Raee80189262f4d36" /><Relationship Type="http://schemas.openxmlformats.org/officeDocument/2006/relationships/viewProps" Target="/ppt/viewProps.xml" Id="R426e94d0e15340cd" /><Relationship Type="http://schemas.openxmlformats.org/officeDocument/2006/relationships/tableStyles" Target="/ppt/tableStyles.xml" Id="R21d9c49ffa9c49a6" /><Relationship Type="http://schemas.openxmlformats.org/officeDocument/2006/relationships/notesMaster" Target="/ppt/notesMasters/notesMaster1.xml" Id="R383746e160614364" /><Relationship Type="http://schemas.openxmlformats.org/officeDocument/2006/relationships/slide" Target="/ppt/slides/slide2.xml" Id="rI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1d3468b0574339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31788a93449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87666f57344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0684b89fe4c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4777e503144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f6c938fff42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af4d1bceb4f4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88b45942d4ee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f1f8db9f842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fdc99524c49c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96b69364f425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7393aa48147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" y="381000"/>
            <a:ext cx="635000" cy="1016000"/>
          </a:xfrm>
          <a:prstGeom xmlns:a="http://schemas.openxmlformats.org/drawingml/2006/main" prst="rect">
            <a:avLst/>
          </a:prstGeom>
          <a:solidFill>
            <a:srgbClr val="156082"/>
          </a:solidFill>
          <a:ln>
            <a:noFill/>
          </a:ln>
        </p:spPr>
      </p:sp>
      <p:sp>
        <p:nvSpPr>
          <p:cNvPr id="3" name="Rectangl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"/>
            <a:ext cx="635000" cy="1016000"/>
          </a:xfrm>
          <a:prstGeom xmlns:a="http://schemas.openxmlformats.org/drawingml/2006/main" prst="rect">
            <a:avLst/>
          </a:prstGeom>
          <a:solidFill>
            <a:srgbClr val="156082">
              <a:tint val="40000"/>
            </a:srgbClr>
          </a:solidFill>
          <a:ln>
            <a:noFill/>
          </a:ln>
        </p:spPr>
      </p:sp>
      <p:sp>
        <p:nvSpPr>
          <p:cNvPr id="4" name="Rectangl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381000"/>
            <a:ext cx="635000" cy="1016000"/>
          </a:xfrm>
          <a:prstGeom xmlns:a="http://schemas.openxmlformats.org/drawingml/2006/main" prst="rect">
            <a:avLst/>
          </a:prstGeom>
          <a:solidFill>
            <a:srgbClr val="FFFFFF">
              <a:shade val="40000"/>
            </a:srgbClr>
          </a:solidFill>
          <a:ln>
            <a:noFill/>
          </a:ln>
        </p:spPr>
      </p:sp>
      <p:sp>
        <p:nvSpPr>
          <p:cNvPr id="5" name="Rectangl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381000"/>
            <a:ext cx="635000" cy="1016000"/>
          </a:xfrm>
          <a:prstGeom xmlns:a="http://schemas.openxmlformats.org/drawingml/2006/main" prst="rect">
            <a:avLst/>
          </a:prstGeom>
          <a:solidFill>
            <a:srgbClr val="ED7D31">
              <a:tint val="30000"/>
            </a:srgbClr>
          </a:solidFill>
          <a:ln>
            <a:noFill/>
          </a:ln>
        </p:spPr>
      </p:sp>
      <p:sp>
        <p:nvSpPr>
          <p:cNvPr id="6" name="Rectangle 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"/>
            <a:ext cx="635000" cy="1016000"/>
          </a:xfrm>
          <a:prstGeom xmlns:a="http://schemas.openxmlformats.org/drawingml/2006/main" prst="rect">
            <a:avLst/>
          </a:prstGeom>
          <a:solidFill>
            <a:srgbClr val="156082">
              <a:tint val="40000"/>
              <a:shade val="40000"/>
            </a:srgbClr>
          </a:solidFill>
          <a:ln>
            <a:noFill/>
          </a:ln>
        </p:spPr>
      </p:sp>
      <p:sp>
        <p:nvSpPr>
          <p:cNvPr id="7" name="Rectangl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381000"/>
            <a:ext cx="635000" cy="1016000"/>
          </a:xfrm>
          <a:prstGeom xmlns:a="http://schemas.openxmlformats.org/drawingml/2006/main" prst="rect">
            <a:avLst/>
          </a:prstGeom>
          <a:solidFill>
            <a:srgbClr val="156082">
              <a:shade val="40000"/>
              <a:tint val="40000"/>
            </a:srgbClr>
          </a:solidFill>
          <a:ln>
            <a:noFill/>
          </a:ln>
        </p:spPr>
      </p:sp>
      <p:sp>
        <p:nvSpPr>
          <p:cNvPr id="8" name="Rectangl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81000"/>
            <a:ext cx="635000" cy="1016000"/>
          </a:xfrm>
          <a:prstGeom xmlns:a="http://schemas.openxmlformats.org/drawingml/2006/main" prst="rect">
            <a:avLst/>
          </a:prstGeom>
          <a:solidFill>
            <a:srgbClr val="156082">
              <a:tint val="40000"/>
              <a:alpha val="65000"/>
            </a:srgbClr>
          </a:solidFill>
          <a:ln>
            <a:noFill/>
          </a:ln>
        </p:spPr>
      </p:sp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1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2026-10-16T20:29:47.0000000Z</dcterms:created>
  <dcterms:modified xsi:type="dcterms:W3CDTF">2026-10-16T20:29:47.0645320Z</dcterms:modified>
</coreProperties>
</file>