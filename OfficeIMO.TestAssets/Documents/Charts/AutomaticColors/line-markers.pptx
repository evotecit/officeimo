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No flag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Flag off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marker val="0"/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 without the group marker flag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 with markers switched off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