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s/slide12.xml" ContentType="application/vnd.openxmlformats-officedocument.presentationml.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slides/slide13.xml" ContentType="application/vnd.openxmlformats-officedocument.presentationml.slide+xml"/>
  <Override PartName="/ppt/charts/chart13.xml" ContentType="application/vnd.openxmlformats-officedocument.drawingml.chart+xml"/>
  <Override PartName="/ppt/slides/slide14.xml" ContentType="application/vnd.openxmlformats-officedocument.presentationml.slide+xml"/>
  <Override PartName="/ppt/charts/chart14.xml" ContentType="application/vnd.openxmlformats-officedocument.drawingml.chart+xml"/>
  <Override PartName="/ppt/slides/slide15.xml" ContentType="application/vnd.openxmlformats-officedocument.presentationml.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slides/slide16.xml" ContentType="application/vnd.openxmlformats-officedocument.presentationml.slide+xml"/>
  <Override PartName="/ppt/charts/chart16.xml" ContentType="application/vnd.openxmlformats-officedocument.drawingml.chart+xml"/>
  <Override PartName="/ppt/slides/slide17.xml" ContentType="application/vnd.openxmlformats-officedocument.presentationml.slide+xml"/>
  <Override PartName="/ppt/charts/chart17.xml" ContentType="application/vnd.openxmlformats-officedocument.drawingml.chart+xml"/>
  <Override PartName="/ppt/slides/slide18.xml" ContentType="application/vnd.openxmlformats-officedocument.presentationml.slide+xml"/>
  <Override PartName="/ppt/charts/chart18.xml" ContentType="application/vnd.openxmlformats-officedocument.drawingml.chart+xml"/>
  <Override PartName="/ppt/slides/slide19.xml" ContentType="application/vnd.openxmlformats-officedocument.presentationml.slide+xml"/>
  <Override PartName="/ppt/charts/chart19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/Relationships>
</file>

<file path=ppt/charts/_rels/chart3.xml.rels><?xml version="1.0" encoding="UTF-8" standalone="yes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/Relationships>
</file>

<file path=ppt/charts/_rels/chart4.xml.rels><?xml version="1.0" encoding="UTF-8" standalone="yes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/Relationships>
</file>

<file path=ppt/charts/_rels/chart5.xml.rels><?xml version="1.0" encoding="UTF-8" standalone="yes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/Relationships>
</file>

<file path=ppt/charts/_rels/chart7.xml.rels><?xml version="1.0" encoding="UTF-8" standalone="yes"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/Relationships>
</file>

<file path=ppt/charts/_rels/chart8.xml.rels><?xml version="1.0" encoding="UTF-8" standalone="yes"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/Relationships>
</file>

<file path=ppt/charts/_rels/chart10.xml.rels><?xml version="1.0" encoding="UTF-8" standalone="yes"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/Relationships>
</file>

<file path=ppt/charts/_rels/chart12.xml.rels><?xml version="1.0" encoding="UTF-8" standalone="yes"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/Relationships>
</file>

<file path=ppt/charts/_rels/chart15.xml.rels><?xml version="1.0" encoding="UTF-8" standalone="yes"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Classic column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Classic eight series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1.2</c:v>
                </c:pt>
                <c:pt idx="1">
                  <c:v>3.3</c:v>
                </c:pt>
                <c:pt idx="2">
                  <c:v>4.1</c:v>
                </c:pt>
                <c:pt idx="3">
                  <c:v>2.2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1.4</c:v>
                </c:pt>
                <c:pt idx="3">
                  <c:v>3.3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2.7</c:v>
                </c:pt>
                <c:pt idx="1">
                  <c:v>3.6</c:v>
                </c:pt>
                <c:pt idx="2">
                  <c:v>2.2</c:v>
                </c:pt>
                <c:pt idx="3">
                  <c:v>1.7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1.9</c:v>
                </c:pt>
                <c:pt idx="1">
                  <c:v>1.1</c:v>
                </c:pt>
                <c:pt idx="2">
                  <c:v>3.8</c:v>
                </c:pt>
                <c:pt idx="3">
                  <c:v>2.6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Colourful eight series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1.2</c:v>
                </c:pt>
                <c:pt idx="1">
                  <c:v>3.3</c:v>
                </c:pt>
                <c:pt idx="2">
                  <c:v>4.1</c:v>
                </c:pt>
                <c:pt idx="3">
                  <c:v>2.2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1.4</c:v>
                </c:pt>
                <c:pt idx="3">
                  <c:v>3.3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2.7</c:v>
                </c:pt>
                <c:pt idx="1">
                  <c:v>3.6</c:v>
                </c:pt>
                <c:pt idx="2">
                  <c:v>2.2</c:v>
                </c:pt>
                <c:pt idx="3">
                  <c:v>1.7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1.9</c:v>
                </c:pt>
                <c:pt idx="1">
                  <c:v>1.1</c:v>
                </c:pt>
                <c:pt idx="2">
                  <c:v>3.8</c:v>
                </c:pt>
                <c:pt idx="3">
                  <c:v>2.6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Clustered bar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Line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marker val="1"/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Classic line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marker val="1"/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Area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axId val="5001"/>
        <c:axId val="5002"/>
      </c:area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Scatter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xVal>
            <c:numRef>
              <c:f>Sheet1!$A$2:$A$5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xVal>
            <c:numRef>
              <c:f>Sheet1!$A$2:$A$5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xVal>
            <c:numRef>
              <c:f>Sheet1!$A$2:$A$5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yVal>
          <c:smooth val="0"/>
        </c:ser>
        <c:axId val="5001"/>
        <c:axId val="5002"/>
      </c:scatterChart>
      <c:val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crossBetween val="midCat"/>
      </c:val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Classic pie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Slice 1</c:v>
                </c:pt>
                <c:pt idx="1">
                  <c:v>Slice 2</c:v>
                </c:pt>
                <c:pt idx="2">
                  <c:v>Slice 3</c:v>
                </c:pt>
                <c:pt idx="3">
                  <c:v>Slice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7.0</c:v>
                </c:pt>
                <c:pt idx="2">
                  <c:v>6.0</c:v>
                </c:pt>
                <c:pt idx="3">
                  <c:v>5.0</c:v>
                </c:pt>
              </c:numCache>
            </c:numRef>
          </c:val>
        </c:ser>
        <c:firstSliceAng val="0"/>
      </c:pieChart>
    </c:plotArea>
    <c:legend>
      <c:legendPos val="b"/>
      <c:overlay val="0"/>
    </c:legend>
    <c:plotVisOnly val="1"/>
    <c:dispBlanksAs val="gap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Pie eight slices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Slice 1</c:v>
                </c:pt>
                <c:pt idx="1">
                  <c:v>Slice 2</c:v>
                </c:pt>
                <c:pt idx="2">
                  <c:v>Slice 3</c:v>
                </c:pt>
                <c:pt idx="3">
                  <c:v>Slice 4</c:v>
                </c:pt>
                <c:pt idx="4">
                  <c:v>Slice 5</c:v>
                </c:pt>
                <c:pt idx="5">
                  <c:v>Slice 6</c:v>
                </c:pt>
                <c:pt idx="6">
                  <c:v>Slice 7</c:v>
                </c:pt>
                <c:pt idx="7">
                  <c:v>Slice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</c:v>
                </c:pt>
                <c:pt idx="1">
                  <c:v>7.0</c:v>
                </c:pt>
                <c:pt idx="2">
                  <c:v>6.0</c:v>
                </c:pt>
                <c:pt idx="3">
                  <c:v>5.0</c:v>
                </c:pt>
                <c:pt idx="4">
                  <c:v>4.0</c:v>
                </c:pt>
                <c:pt idx="5">
                  <c:v>8.0</c:v>
                </c:pt>
                <c:pt idx="6">
                  <c:v>7.0</c:v>
                </c:pt>
                <c:pt idx="7">
                  <c:v>6.0</c:v>
                </c:pt>
              </c:numCache>
            </c:numRef>
          </c:val>
        </c:ser>
        <c:firstSliceAng val="0"/>
      </c:pieChart>
    </c:plotArea>
    <c:legend>
      <c:legendPos val="b"/>
      <c:overlay val="0"/>
    </c:legend>
    <c:plotVisOnly val="1"/>
    <c:dispBlanksAs val="gap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Stock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 w="19050">
              <a:noFill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44.0</c:v>
                </c:pt>
                <c:pt idx="1">
                  <c:v>25.0</c:v>
                </c:pt>
                <c:pt idx="2">
                  <c:v>38.0</c:v>
                </c:pt>
                <c:pt idx="3">
                  <c:v>47.0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ln w="19050">
              <a:noFill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24.0</c:v>
                </c:pt>
                <c:pt idx="1">
                  <c:v>18.0</c:v>
                </c:pt>
                <c:pt idx="2">
                  <c:v>21.0</c:v>
                </c:pt>
                <c:pt idx="3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noFill/>
            </a:ln>
          </c:spPr>
          <c:marker>
            <c:symbol val="dot"/>
            <c:size val="5"/>
          </c:marke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38.0</c:v>
                </c:pt>
                <c:pt idx="1">
                  <c:v>22.0</c:v>
                </c:pt>
                <c:pt idx="2">
                  <c:v>33.0</c:v>
                </c:pt>
                <c:pt idx="3">
                  <c:v>41.0</c:v>
                </c:pt>
              </c:numCache>
            </c:numRef>
          </c:val>
          <c:smooth val="0"/>
        </c:ser>
        <c:hiLowLines/>
        <c:axId val="5001"/>
        <c:axId val="5002"/>
      </c:stock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Monochromatic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4"/>
  <c:chart>
    <c:title>
      <c:tx>
        <c:rich>
          <a:bodyPr/>
          <a:lstStyle/>
          <a:p>
            <a:r>
              <a:rPr lang="en-US"/>
              <a:t>Classic style 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"/>
  <c:chart>
    <c:title>
      <c:tx>
        <c:rich>
          <a:bodyPr/>
          <a:lstStyle/>
          <a:p>
            <a:r>
              <a:rPr lang="en-US"/>
              <a:t>Classic style 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1.2</c:v>
                </c:pt>
                <c:pt idx="1">
                  <c:v>3.3</c:v>
                </c:pt>
                <c:pt idx="2">
                  <c:v>4.1</c:v>
                </c:pt>
                <c:pt idx="3">
                  <c:v>2.2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1.4</c:v>
                </c:pt>
                <c:pt idx="3">
                  <c:v>3.3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Pie monochromatic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Slice 1</c:v>
                </c:pt>
                <c:pt idx="1">
                  <c:v>Slice 2</c:v>
                </c:pt>
                <c:pt idx="2">
                  <c:v>Slice 3</c:v>
                </c:pt>
                <c:pt idx="3">
                  <c:v>Slice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7.0</c:v>
                </c:pt>
                <c:pt idx="2">
                  <c:v>6.0</c:v>
                </c:pt>
                <c:pt idx="3">
                  <c:v>5.0</c:v>
                </c:pt>
              </c:numCache>
            </c:numRef>
          </c:val>
        </c:ser>
        <c:firstSliceAng val="0"/>
      </c:pieChart>
    </c:plotArea>
    <c:legend>
      <c:legendPos val="b"/>
      <c:overlay val="0"/>
    </c:legend>
    <c:plotVisOnly val="1"/>
    <c:dispBlanksAs val="gap"/>
  </c:char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Two-ring doughnut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Slice 1</c:v>
                </c:pt>
                <c:pt idx="1">
                  <c:v>Slice 2</c:v>
                </c:pt>
                <c:pt idx="2">
                  <c:v>Slice 3</c:v>
                </c:pt>
                <c:pt idx="3">
                  <c:v>Slice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Slice 1</c:v>
                </c:pt>
                <c:pt idx="1">
                  <c:v>Slice 2</c:v>
                </c:pt>
                <c:pt idx="2">
                  <c:v>Slice 3</c:v>
                </c:pt>
                <c:pt idx="3">
                  <c:v>Slice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overlay val="0"/>
    </c:legend>
    <c:plotVisOnly val="1"/>
    <c:dispBlanksAs val="gap"/>
  </c:char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Classic six series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1.2</c:v>
                </c:pt>
                <c:pt idx="1">
                  <c:v>3.3</c:v>
                </c:pt>
                <c:pt idx="2">
                  <c:v>4.1</c:v>
                </c:pt>
                <c:pt idx="3">
                  <c:v>2.2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1.4</c:v>
                </c:pt>
                <c:pt idx="3">
                  <c:v>3.3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Classic twelve series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1.2</c:v>
                </c:pt>
                <c:pt idx="1">
                  <c:v>3.3</c:v>
                </c:pt>
                <c:pt idx="2">
                  <c:v>4.1</c:v>
                </c:pt>
                <c:pt idx="3">
                  <c:v>2.2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1.4</c:v>
                </c:pt>
                <c:pt idx="3">
                  <c:v>3.3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2.7</c:v>
                </c:pt>
                <c:pt idx="1">
                  <c:v>3.6</c:v>
                </c:pt>
                <c:pt idx="2">
                  <c:v>2.2</c:v>
                </c:pt>
                <c:pt idx="3">
                  <c:v>1.7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1.9</c:v>
                </c:pt>
                <c:pt idx="1">
                  <c:v>1.1</c:v>
                </c:pt>
                <c:pt idx="2">
                  <c:v>3.8</c:v>
                </c:pt>
                <c:pt idx="3">
                  <c:v>2.6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Sheet1!$J$2:$J$5</c:f>
              <c:numCache>
                <c:formatCode>General</c:formatCode>
                <c:ptCount val="4"/>
                <c:pt idx="0">
                  <c:v>3.4</c:v>
                </c:pt>
                <c:pt idx="1">
                  <c:v>2.1</c:v>
                </c:pt>
                <c:pt idx="2">
                  <c:v>2.9</c:v>
                </c:pt>
                <c:pt idx="3">
                  <c:v>1.5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Series 10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Sheet1!$K$2:$K$5</c:f>
              <c:numCache>
                <c:formatCode>General</c:formatCode>
                <c:ptCount val="4"/>
                <c:pt idx="0">
                  <c:v>2.2</c:v>
                </c:pt>
                <c:pt idx="1">
                  <c:v>4.0</c:v>
                </c:pt>
                <c:pt idx="2">
                  <c:v>1.6</c:v>
                </c:pt>
                <c:pt idx="3">
                  <c:v>3.1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Series 11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Sheet1!$L$2:$L$5</c:f>
              <c:numCache>
                <c:formatCode>General</c:formatCode>
                <c:ptCount val="4"/>
                <c:pt idx="0">
                  <c:v>1.4</c:v>
                </c:pt>
                <c:pt idx="1">
                  <c:v>2.6</c:v>
                </c:pt>
                <c:pt idx="2">
                  <c:v>3.3</c:v>
                </c:pt>
                <c:pt idx="3">
                  <c:v>4.2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Series 12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Sheet1!$M$2:$M$5</c:f>
              <c:numCache>
                <c:formatCode>General</c:formatCode>
                <c:ptCount val="4"/>
                <c:pt idx="0">
                  <c:v>4.1</c:v>
                </c:pt>
                <c:pt idx="1">
                  <c:v>1.8</c:v>
                </c:pt>
                <c:pt idx="2">
                  <c:v>2.5</c:v>
                </c:pt>
                <c:pt idx="3">
                  <c:v>2.9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"/>
  <c:chart>
    <c:title>
      <c:tx>
        <c:rich>
          <a:bodyPr/>
          <a:lstStyle/>
          <a:p>
            <a:r>
              <a:rPr lang="en-US"/>
              <a:t>Classic style 1 four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</c:v>
                </c:pt>
                <c:pt idx="1">
                  <c:v>1.6</c:v>
                </c:pt>
                <c:pt idx="2">
                  <c:v>2.6</c:v>
                </c:pt>
                <c:pt idx="3">
                  <c:v>3.9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style 2 clustered column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style 2 with eight series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Colourful palette 1 with eight series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Clustered bar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Line with markers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line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Area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Scatter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pie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Pie with eight slices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Stock high-low-close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Monochromatic palette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style 4 monochrome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style 1 greyscale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Pie with monochromatic palette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Doughnut with two rings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style 2 with six series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style 2 with twelve series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Classic style 1 with four series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