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s/slide12.xml" ContentType="application/vnd.openxmlformats-officedocument.presentationml.slide+xml"/>
  <Override PartName="/ppt/charts/chart12.xml" ContentType="application/vnd.openxmlformats-officedocument.drawingml.chart+xml"/>
  <Override PartName="/ppt/slides/slide13.xml" ContentType="application/vnd.openxmlformats-officedocument.presentationml.slide+xml"/>
  <Override PartName="/ppt/charts/chart13.xml" ContentType="application/vnd.openxmlformats-officedocument.drawingml.chart+xml"/>
  <Override PartName="/ppt/slides/slide14.xml" ContentType="application/vnd.openxmlformats-officedocument.presentationml.slide+xml"/>
  <Override PartName="/ppt/charts/chart14.xml" ContentType="application/vnd.openxmlformats-officedocument.drawingml.chart+xml"/>
  <Override PartName="/ppt/slides/slide15.xml" ContentType="application/vnd.openxmlformats-officedocument.presentationml.slide+xml"/>
  <Override PartName="/ppt/charts/chart15.xml" ContentType="application/vnd.openxmlformats-officedocument.drawingml.chart+xml"/>
  <Override PartName="/ppt/slides/slide16.xml" ContentType="application/vnd.openxmlformats-officedocument.presentationml.slide+xml"/>
  <Override PartName="/ppt/charts/chart16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area: fill 1, outline 1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solidFill>
                <a:srgbClr val="E97132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axId val="5001"/>
        <c:axId val="5002"/>
      </c:area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area: fill 1, outline 0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axId val="5001"/>
        <c:axId val="5002"/>
      </c:area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area: fill 0, outline 1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solidFill>
                <a:srgbClr val="E97132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axId val="5001"/>
        <c:axId val="5002"/>
      </c:area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area: fill 0, outline 0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axId val="5001"/>
        <c:axId val="5002"/>
      </c:area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bubble: fill 1, outline 1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solidFill>
                <a:srgbClr val="E97132"/>
              </a:solidFill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4.0</c:v>
              </c:pt>
              <c:pt idx="1">
                <c:v>8.0</c:v>
              </c:pt>
              <c:pt idx="2">
                <c:v>6.0</c:v>
              </c:pt>
              <c:pt idx="3">
                <c:v>10.0</c:v>
              </c:pt>
            </c:numLit>
          </c:bubbleSize>
        </c:ser>
        <c:bubbleScale val="100"/>
        <c:sizeRepresents val="area"/>
        <c:axId val="5001"/>
        <c:axId val="5002"/>
      </c:bubbleChart>
      <c:val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crossBetween val="midCat"/>
      </c:val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bubble: fill 1, outline 0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4.0</c:v>
              </c:pt>
              <c:pt idx="1">
                <c:v>8.0</c:v>
              </c:pt>
              <c:pt idx="2">
                <c:v>6.0</c:v>
              </c:pt>
              <c:pt idx="3">
                <c:v>10.0</c:v>
              </c:pt>
            </c:numLit>
          </c:bubbleSize>
        </c:ser>
        <c:bubbleScale val="100"/>
        <c:sizeRepresents val="area"/>
        <c:axId val="5001"/>
        <c:axId val="5002"/>
      </c:bubbleChart>
      <c:val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crossBetween val="midCat"/>
      </c:val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bubble: fill 0, outline 1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solidFill>
                <a:srgbClr val="E97132"/>
              </a:solidFill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4.0</c:v>
              </c:pt>
              <c:pt idx="1">
                <c:v>8.0</c:v>
              </c:pt>
              <c:pt idx="2">
                <c:v>6.0</c:v>
              </c:pt>
              <c:pt idx="3">
                <c:v>10.0</c:v>
              </c:pt>
            </c:numLit>
          </c:bubbleSize>
        </c:ser>
        <c:bubbleScale val="100"/>
        <c:sizeRepresents val="area"/>
        <c:axId val="5001"/>
        <c:axId val="5002"/>
      </c:bubbleChart>
      <c:val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crossBetween val="midCat"/>
      </c:val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bubble: fill 0, outline 0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4.0</c:v>
              </c:pt>
              <c:pt idx="1">
                <c:v>8.0</c:v>
              </c:pt>
              <c:pt idx="2">
                <c:v>6.0</c:v>
              </c:pt>
              <c:pt idx="3">
                <c:v>10.0</c:v>
              </c:pt>
            </c:numLit>
          </c:bubbleSize>
        </c:ser>
        <c:bubbleScale val="100"/>
        <c:sizeRepresents val="area"/>
        <c:axId val="5001"/>
        <c:axId val="5002"/>
      </c:bubbleChart>
      <c:val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crossBetween val="midCat"/>
      </c:val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column: fill 1, outline 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solidFill>
                <a:srgbClr val="E97132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column: fill 1, outline 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column: fill 0, outline 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solidFill>
                <a:srgbClr val="E97132"/>
              </a:solidFill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column: fill 0, outline 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gapWidth val="150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line: fill 1, outline 1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line: fill 1, outline 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6082"/>
            </a:solidFill>
            <a:ln w="38100">
              <a:noFill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line: fill 0, outline 1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rPr lang="en-US"/>
              <a:t>line: fill 0, outline 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38100">
              <a:noFill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axId val="5001"/>
        <c:axId val="5002"/>
      </c:lineChart>
      <c:catAx>
        <c:axId val="5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area: fill 1,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area: fill 1,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area: fill 0,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area: fill 0,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bubble: fill 1,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bubble: fill 1,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bubble: fill 0,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bubble: fill 0,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column: fill 1,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column: fill 1,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column: fill 0,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column: fill 0,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line: fill 1,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line: fill 1,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line: fill 0, outline 1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/>
              <a:t>line: fill 0, outline 0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914400" y="8001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