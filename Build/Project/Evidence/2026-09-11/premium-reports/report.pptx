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b1109e3bb074b39" /><Relationship Type="http://schemas.openxmlformats.org/officeDocument/2006/relationships/extended-properties" Target="/docProps/app.xml" Id="R3d87a6a11add46d5" /><Relationship Type="http://schemas.openxmlformats.org/package/2006/relationships/metadata/core-properties" Target="/docProps/core.xml" Id="R3a10f6ba397a4cb7" /><Relationship Type="http://schemas.openxmlformats.org/package/2006/relationships/metadata/thumbnail" Target="/docProps/thumbnail.jpeg" Id="Rf594e2d3f3cd44c7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0f3b0cf340ec414c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</p:sldIdLst>
  <p:sldSz cx="15240000" cy="11430000" type="screen16x9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9775d3660b994037" /><Relationship Type="http://schemas.openxmlformats.org/officeDocument/2006/relationships/presProps" Target="/ppt/presProps.xml" Id="R97706bb39e6a4a34" /><Relationship Type="http://schemas.openxmlformats.org/officeDocument/2006/relationships/viewProps" Target="/ppt/viewProps.xml" Id="Rc9adc20622214347" /><Relationship Type="http://schemas.openxmlformats.org/officeDocument/2006/relationships/tableStyles" Target="/ppt/tableStyles.xml" Id="Ree7eed9c4cbc460b" /><Relationship Type="http://schemas.openxmlformats.org/officeDocument/2006/relationships/notesMaster" Target="/ppt/notesMasters/notesMaster1.xml" Id="R0f3b0cf340ec414c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Relationship Type="http://schemas.openxmlformats.org/officeDocument/2006/relationships/slide" Target="/ppt/slides/slide5.xml" Id="rI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a50647b2e5c4a8b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629213ba7c1e45e1" /><Relationship Type="http://schemas.openxmlformats.org/officeDocument/2006/relationships/notesMaster" Target="/ppt/notesMasters/notesMaster1.xml" Id="Re9493e690e0d49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4.xml" Id="Rfacad4b8fd474a54" /><Relationship Type="http://schemas.openxmlformats.org/officeDocument/2006/relationships/notesMaster" Target="/ppt/notesMasters/notesMaster1.xml" Id="R1953c00ef2bb4c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5.xml" Id="R087382a9fd5f49a7" /><Relationship Type="http://schemas.openxmlformats.org/officeDocument/2006/relationships/notesMaster" Target="/ppt/notesMasters/notesMaster1.xml" Id="R8a8edc9de20d4a22" /></Relationships>
</file>

<file path=ppt/notesSlides/notesSlide1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106. Gantt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106. Gantt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106. Gantt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f87d46f234b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f56c28dd744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6ba9036be47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ab26f976c42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271f64b6247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d96078e7246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17f3b3c2341b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bc924e6f941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4f77c788e468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227306a374d7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2cab8f09b4e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1.png" Id="R48b82975e9434b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3.xml" Id="rId2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82975e9434b4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2665476"/>
            <a:ext cx="15240000" cy="6099048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145288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Platform release · delivery plan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145288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Gantt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14528800" cy="3429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Discovery &amp; scope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API design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Interface design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Data migration plan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Build &amp; integrate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Migration rehearsal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Acceptance &amp; launch readiness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Release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145288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Platform release · delivery plan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145288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Status and groups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14528800" cy="3429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Discovery &amp; scope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API design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Interface design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Data migration plan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Build &amp; integrate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Migration rehearsal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Acceptance &amp; launch readiness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Release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145288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Platform release · delivery plan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145288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Dependencies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14528800" cy="381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Predecessor 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Successor 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Lag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3</ap:Notes>
  <ap:Slides>4</ap:Slides>
  <ap:PresentationFormat>Widescreen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2026-09-11T10:39:20.0000000Z</dcterms:created>
  <dcterms:modified xsi:type="dcterms:W3CDTF">2026-09-11T10:39:20.6117371Z</dcterms:modified>
</coreProperties>
</file>