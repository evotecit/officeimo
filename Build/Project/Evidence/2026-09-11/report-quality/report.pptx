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2b40b8256214704" /><Relationship Type="http://schemas.openxmlformats.org/officeDocument/2006/relationships/extended-properties" Target="/docProps/app.xml" Id="R0281ad6868bd4257" /><Relationship Type="http://schemas.openxmlformats.org/package/2006/relationships/metadata/core-properties" Target="/docProps/core.xml" Id="Rf8a58f2b6ee1409a" /><Relationship Type="http://schemas.openxmlformats.org/package/2006/relationships/metadata/thumbnail" Target="/docProps/thumbnail.jpeg" Id="Rafbbab90fe8e4220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69edecefa8ca44ca"/>
  </p:notes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</p:sldIdLst>
  <p:sldSz cx="10693400" cy="7556500" type="screen16x9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77fdaaad2a2a4b07" /><Relationship Type="http://schemas.openxmlformats.org/officeDocument/2006/relationships/presProps" Target="/ppt/presProps.xml" Id="R58850c1d77c34a7d" /><Relationship Type="http://schemas.openxmlformats.org/officeDocument/2006/relationships/viewProps" Target="/ppt/viewProps.xml" Id="Rd2f654d2c4fd45b9" /><Relationship Type="http://schemas.openxmlformats.org/officeDocument/2006/relationships/tableStyles" Target="/ppt/tableStyles.xml" Id="R756695d603764888" /><Relationship Type="http://schemas.openxmlformats.org/officeDocument/2006/relationships/notesMaster" Target="/ppt/notesMasters/notesMaster1.xml" Id="R69edecefa8ca44ca" /><Relationship Type="http://schemas.openxmlformats.org/officeDocument/2006/relationships/slide" Target="/ppt/slides/slide2.xml" Id="rId2" /><Relationship Type="http://schemas.openxmlformats.org/officeDocument/2006/relationships/slide" Target="/ppt/slides/slide3.xml" Id="rId3" /><Relationship Type="http://schemas.openxmlformats.org/officeDocument/2006/relationships/slide" Target="/ppt/slides/slide4.xml" Id="rId4" /><Relationship Type="http://schemas.openxmlformats.org/officeDocument/2006/relationships/slide" Target="/ppt/slides/slide5.xml" Id="rId5" /><Relationship Type="http://schemas.openxmlformats.org/officeDocument/2006/relationships/slide" Target="/ppt/slides/slide6.xml" Id="rId6" /><Relationship Type="http://schemas.openxmlformats.org/officeDocument/2006/relationships/slide" Target="/ppt/slides/slide7.xml" Id="rId7" /><Relationship Type="http://schemas.openxmlformats.org/officeDocument/2006/relationships/slide" Target="/ppt/slides/slide8.xml" Id="rI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a16c7212c3045b2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2.xml" Id="R99035392381848c6" /><Relationship Type="http://schemas.openxmlformats.org/officeDocument/2006/relationships/notesMaster" Target="/ppt/notesMasters/notesMaster1.xml" Id="Rc3498a5dfb1642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3.xml" Id="R29c5c575715749eb" /><Relationship Type="http://schemas.openxmlformats.org/officeDocument/2006/relationships/notesMaster" Target="/ppt/notesMasters/notesMaster1.xml" Id="Rfabc20ad3f7741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4.xml" Id="Rd00aaa004fcb47b3" /><Relationship Type="http://schemas.openxmlformats.org/officeDocument/2006/relationships/notesMaster" Target="/ppt/notesMasters/notesMaster1.xml" Id="Rb55512f0e911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5.xml" Id="R9e02dc4b79634b4f" /><Relationship Type="http://schemas.openxmlformats.org/officeDocument/2006/relationships/notesMaster" Target="/ppt/notesMasters/notesMaster1.xml" Id="R8b0e631f79ab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6.xml" Id="R20a53b506efe4f87" /><Relationship Type="http://schemas.openxmlformats.org/officeDocument/2006/relationships/notesMaster" Target="/ppt/notesMasters/notesMaster1.xml" Id="R1e3f953a635f46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7.xml" Id="Rdae34851ad0f4ad9" /><Relationship Type="http://schemas.openxmlformats.org/officeDocument/2006/relationships/notesMaster" Target="/ppt/notesMasters/notesMaster1.xml" Id="R69f137e2e0c642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8.xml" Id="R4de2488f828545fe" /><Relationship Type="http://schemas.openxmlformats.org/officeDocument/2006/relationships/notesMaster" Target="/ppt/notesMasters/notesMaster1.xml" Id="R57f0f8d23ef94cac" /></Relationships>
</file>

<file path=ppt/notesSlides/notesSlide1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Editable report data. Source revision 152. TaskUsage</a:t>
            </a:r>
            <a:endParaRPr lang="en-US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d0c8051eb40c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09fd4c7124c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1b168826fa4c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959626ff6467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0ea4e0db148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c0998c1b042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621f6f28946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21993d2d7b421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1016f6f26c4b9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f166a06c2401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e5e511f5843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1.xml" Id="rI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2.xml" Id="rI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3.xml" Id="rI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4.xml" Id="rI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5.xml" Id="rI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6.xml" Id="rI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notesSlide" Target="/ppt/notesSlides/notesSlide7.xml" Id="rId2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Task usage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Start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Finish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2026-10-05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2026-10-16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2026-10-05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2026-10-05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2026-10-06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2026-10-07 12:00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2026-10-07 13:00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2026-10-09 12:00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2026-10-09 13:00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2026-10-12 12:00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2026-10-12 13:00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2026-10-13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2026-10-14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2026-10-15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2026-10-16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2026-10-16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2026-10-16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2026-10-16 17:00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Work hours · 2026-10-05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4038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 / 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05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06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07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08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09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 / 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 / 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 / 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 / 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 / 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 / 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 / 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 / 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 / 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Work hours · 2026-10-10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40386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76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 / 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10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11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12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13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14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 / 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 / 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 / 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 / 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 / 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 / 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 / 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 / 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 / 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Work hours · 2026-10-15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2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4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 / 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15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16 Oct 26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 / 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 / 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 / 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 / 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 / 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 / 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 / 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 / 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 / 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Status and groups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Summary;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Task; critical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Baseline dates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381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2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Baseline start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Baseline finish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1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preparation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/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Define requirements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2026-10-05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2026-10-05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Architecture &amp; interfaces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2026-10-06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2026-10-06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Zażółć — implementation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2026-10-07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2026-10-07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Integration tests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2026-10-08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2026-10-08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Accessibility review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2026-10-09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2026-10-09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Documentation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2026-10-10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2026-10-10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Release approval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2026-10-11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2026-10-11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Launch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2026-10-12 08:00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2026-10-12 16:00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extBox 1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355600"/>
            <a:ext cx="9982200" cy="40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00">
                <a:solidFill>
                  <a:srgbClr val="183047"/>
                </a:solidFill>
                <a:latin typeface="Arial"/>
              </a:rPr>
              <a:t>Delivery plan · Łódź</a:t>
            </a:r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>
            <p:ph/>
          </p:nvPr>
        </p:nvSpPr>
        <p:spPr>
          <a:xfrm xmlns:a="http://schemas.openxmlformats.org/drawingml/2006/main">
            <a:off x="355600" y="812800"/>
            <a:ext cx="9982200" cy="31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4748B"/>
                </a:solidFill>
                <a:latin typeface="Arial"/>
              </a:rPr>
              <a:t>Dependencies</a:t>
            </a:r>
          </a:p>
        </p:txBody>
      </p:sp>
      <p:graphicFrame>
        <p:nvGraphicFramePr>
          <p:cNvPr id="4" name="Table 1"/>
          <p:cNvGraphicFramePr/>
          <p:nvPr/>
        </p:nvGraphicFramePr>
        <p:xfrm>
          <a:off xmlns:a="http://schemas.openxmlformats.org/drawingml/2006/main" x="355600" y="1270000"/>
          <a:ext xmlns:a="http://schemas.openxmlformats.org/drawingml/2006/main" cx="9982200" cy="3048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Predecessor 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Successor UID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 b="1">
                          <a:solidFill>
                            <a:srgbClr val="FFFFFF"/>
                          </a:solidFill>
                          <a:latin typeface="Arial"/>
                        </a:rPr>
                        <a:t>Lag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1830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2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3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4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5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6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7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8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9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Finish to start (FS)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lang="en-US" sz="1200">
                          <a:solidFill>
                            <a:srgbClr val="183047"/>
                          </a:solidFill>
                          <a:latin typeface="Arial"/>
                        </a:rPr>
                        <a:t>0</a:t>
                      </a:r>
                      <a:endParaRPr lang="en-US"/>
                    </a:p>
                  </a:txBody>
                  <a:tcPr>
                    <a:lnL>
                      <a:solidFill>
                        <a:srgbClr val="E3EAF0"/>
                      </a:solidFill>
                    </a:lnL>
                    <a:lnR>
                      <a:solidFill>
                        <a:srgbClr val="E3EAF0"/>
                      </a:solidFill>
                    </a:lnR>
                    <a:lnT>
                      <a:solidFill>
                        <a:srgbClr val="E3EAF0"/>
                      </a:solidFill>
                    </a:lnT>
                    <a:lnB>
                      <a:solidFill>
                        <a:srgbClr val="E3EAF0"/>
                      </a:solidFill>
                    </a:lnB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7</ap:Notes>
  <ap:Slides>7</ap:Slides>
  <ap:PresentationFormat>Widescreen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2026-09-11T09:49:23.0000000Z</dcterms:created>
  <dcterms:modified xsi:type="dcterms:W3CDTF">2026-09-11T09:49:23.6454816Z</dcterms:modified>
</coreProperties>
</file>