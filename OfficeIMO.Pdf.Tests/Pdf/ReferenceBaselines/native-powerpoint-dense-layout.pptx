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4064000" cy="2286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58"/>
  </p:normalViewPr>
  <p:slideViewPr>
    <p:cSldViewPr snapToGrid="0">
      <p:cViewPr varScale="1">
        <p:scale>
          <a:sx n="361" d="100"/>
          <a:sy n="361" d="100"/>
        </p:scale>
        <p:origin x="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c:style val="2"/>
  <c:chart>
    <c:title>
      <c:tx>
        <c:rich>
          <a:bodyPr/>
          <a:lstStyle/>
          <a:p>
            <a:r>
              <a:rPr lang="en-US"/>
              <a:t>Flow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16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10-C74D-AEED-19DFD8D90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650113"/>
        <c:axId val="48650114"/>
      </c:barChart>
      <c:catAx>
        <c:axId val="4865011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48650114"/>
        <c:crosses val="autoZero"/>
        <c:auto val="1"/>
        <c:lblAlgn val="ctr"/>
        <c:lblOffset val="100"/>
        <c:noMultiLvlLbl val="0"/>
      </c:catAx>
      <c:valAx>
        <c:axId val="4865011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48650113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Notes Group 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lang="en-US"/>
    </a:lvl1pPr>
    <a:lvl2pPr>
      <a:defRPr lang="en-US"/>
    </a:lvl2pPr>
    <a:lvl3pPr>
      <a:defRPr lang="en-US"/>
    </a:lvl3pPr>
    <a:lvl4pPr>
      <a:defRPr lang="en-US"/>
    </a:lvl4pPr>
    <a:lvl5pPr>
      <a:defRPr lang="en-US"/>
    </a:lvl5pPr>
    <a:lvl6pPr>
      <a:defRPr lang="en-US"/>
    </a:lvl6pPr>
    <a:lvl7pPr>
      <a:defRPr lang="en-US"/>
    </a:lvl7pPr>
    <a:lvl8pPr>
      <a:defRPr lang="en-US"/>
    </a:lvl8pPr>
    <a:lvl9pPr>
      <a:defRPr lang="en-US"/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838200" y="217487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2174875"/>
            <a:ext cx="7772400" cy="3962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noGrp="1"/>
          </p:cNvSpPr>
          <p:nvPr>
            <p:ph type="ctr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ection Header Text 2"/>
          <p:cNvSpPr>
            <a:spLocks noGrp="1"/>
          </p:cNvSpPr>
          <p:nvPr>
            <p:ph type="body" idx="1"/>
          </p:nvPr>
        </p:nvSpPr>
        <p:spPr>
          <a:xfrm>
            <a:off x="838200" y="217487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2174875"/>
            <a:ext cx="3657600" cy="3962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4127500" y="2174875"/>
            <a:ext cx="3657600" cy="3962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8048625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Left Text Placeholder 2"/>
          <p:cNvSpPr>
            <a:spLocks noGrp="1"/>
          </p:cNvSpPr>
          <p:nvPr>
            <p:ph type="body" idx="1"/>
          </p:nvPr>
        </p:nvSpPr>
        <p:spPr>
          <a:xfrm>
            <a:off x="457200" y="899158"/>
            <a:ext cx="3889375" cy="35048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ight Text Placeholder 3"/>
          <p:cNvSpPr>
            <a:spLocks noGrp="1"/>
          </p:cNvSpPr>
          <p:nvPr>
            <p:ph type="body" idx="2"/>
          </p:nvPr>
        </p:nvSpPr>
        <p:spPr>
          <a:xfrm>
            <a:off x="4457200" y="899158"/>
            <a:ext cx="3889375" cy="35048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>
          <a:xfrm>
            <a:off x="838200" y="760000"/>
            <a:ext cx="7772400" cy="1016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aption Placeholder 2"/>
          <p:cNvSpPr>
            <a:spLocks noGrp="1"/>
          </p:cNvSpPr>
          <p:nvPr>
            <p:ph type="body" idx="1"/>
          </p:nvPr>
        </p:nvSpPr>
        <p:spPr>
          <a:xfrm>
            <a:off x="838200" y="1912625"/>
            <a:ext cx="77724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914400" y="365125"/>
            <a:ext cx="18288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Vertical Text 2"/>
          <p:cNvSpPr>
            <a:spLocks noGrp="1"/>
          </p:cNvSpPr>
          <p:nvPr>
            <p:ph type="body" idx="1"/>
          </p:nvPr>
        </p:nvSpPr>
        <p:spPr>
          <a:xfrm>
            <a:off x="2743200" y="365125"/>
            <a:ext cx="54864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914400" y="365125"/>
            <a:ext cx="27432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365125"/>
            <a:ext cx="9144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2174875"/>
            <a:ext cx="3657600" cy="3962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4127500" y="2174875"/>
            <a:ext cx="3657600" cy="3962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aption Placeholder 4"/>
          <p:cNvSpPr>
            <a:spLocks noGrp="1"/>
          </p:cNvSpPr>
          <p:nvPr>
            <p:ph idx="3"/>
          </p:nvPr>
        </p:nvSpPr>
        <p:spPr>
          <a:xfrm>
            <a:off x="685800" y="6200000"/>
            <a:ext cx="7090000" cy="60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TypeValues { } 1"/>
          <p:cNvSpPr>
            <a:spLocks noGrp="1"/>
          </p:cNvSpPr>
          <p:nvPr/>
        </p:nvSpPr>
        <p:spPr>
          <a:xfrm>
            <a:off x="0" y="0"/>
            <a:ext cx="4064000" cy="2286000"/>
          </a:xfrm>
          <a:prstGeom prst="rect">
            <a:avLst/>
          </a:prstGeom>
          <a:solidFill>
            <a:srgbClr val="FFFDF7"/>
          </a:solidFill>
          <a:ln>
            <a:solidFill>
              <a:srgbClr val="FFFDF7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3" name="TextBox 1"/>
          <p:cNvSpPr>
            <a:spLocks noGrp="1"/>
          </p:cNvSpPr>
          <p:nvPr>
            <p:ph/>
          </p:nvPr>
        </p:nvSpPr>
        <p:spPr>
          <a:xfrm>
            <a:off x="228600" y="203200"/>
            <a:ext cx="21590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/>
          <a:lstStyle/>
          <a:p>
            <a:r>
              <a:rPr sz="1400" b="1">
                <a:solidFill>
                  <a:srgbClr val="1A1F2B"/>
                </a:solidFill>
                <a:latin typeface="Arial"/>
              </a:rPr>
              <a:t>Dense Layout Gate</a:t>
            </a:r>
          </a:p>
        </p:txBody>
      </p:sp>
      <p:sp>
        <p:nvSpPr>
          <p:cNvPr id="4" name="TextBox 2"/>
          <p:cNvSpPr>
            <a:spLocks noGrp="1"/>
          </p:cNvSpPr>
          <p:nvPr>
            <p:ph/>
          </p:nvPr>
        </p:nvSpPr>
        <p:spPr>
          <a:xfrm>
            <a:off x="254000" y="558800"/>
            <a:ext cx="1625600" cy="787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/>
          <a:lstStyle/>
          <a:p>
            <a:pPr marL="127000" indent="-1270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800">
                <a:solidFill>
                  <a:srgbClr val="334155"/>
                </a:solidFill>
              </a:rPr>
              <a:t>Explicit hanging indent</a:t>
            </a:r>
          </a:p>
          <a:p>
            <a:pPr marL="127000" indent="-1270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800">
                <a:solidFill>
                  <a:srgbClr val="334155"/>
                </a:solidFill>
              </a:rPr>
              <a:t>Tight but readable prefix</a:t>
            </a:r>
          </a:p>
        </p:txBody>
      </p:sp>
      <p:graphicFrame>
        <p:nvGraphicFramePr>
          <p:cNvPr id="5" name="Table 1"/>
          <p:cNvGraphicFramePr/>
          <p:nvPr/>
        </p:nvGraphicFramePr>
        <p:xfrm>
          <a:off x="254000" y="1498600"/>
          <a:ext cx="1676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en-US" b="1"/>
                        <a:t>Section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Status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/>
                        <a:t>Packed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1" descr="OfficeIMO visual gat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228600"/>
            <a:ext cx="812800" cy="381000"/>
          </a:xfrm>
          <a:prstGeom prst="rect">
            <a:avLst/>
          </a:prstGeom>
        </p:spPr>
      </p:pic>
      <p:graphicFrame>
        <p:nvGraphicFramePr>
          <p:cNvPr id="7" name="Chart 1"/>
          <p:cNvGraphicFramePr/>
          <p:nvPr/>
        </p:nvGraphicFramePr>
        <p:xfrm>
          <a:off x="2108200" y="1041400"/>
          <a:ext cx="1600200" cy="93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15</Words>
  <Application>Microsoft Macintosh PowerPoint</Application>
  <PresentationFormat>Niestandardowy</PresentationFormat>
  <Paragraphs>8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OfficeIMO</dc:creator>
  <cp:lastModifiedBy>Przemysław Kłys</cp:lastModifiedBy>
  <cp:revision>1</cp:revision>
  <cp:lastPrinted>2026-07-20T09:54:52Z</cp:lastPrinted>
  <dcterms:created xsi:type="dcterms:W3CDTF">2026-07-20T09:50:42Z</dcterms:created>
  <dcterms:modified xsi:type="dcterms:W3CDTF">2026-07-20T13:46:55Z</dcterms:modified>
</cp:coreProperties>
</file>