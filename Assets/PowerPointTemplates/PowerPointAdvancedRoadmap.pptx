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2" y="6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3-D clustered bar / Microsoft native family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1C-4CE9-A0F3-171388A525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21C-4CE9-A0F3-171388A5254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21C-4CE9-A0F3-171388A525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44976175"/>
        <c:axId val="1056488464"/>
        <c:axId val="0"/>
      </c:bar3DChart>
      <c:catAx>
        <c:axId val="34497617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6488464"/>
        <c:crosses val="autoZero"/>
        <c:auto val="1"/>
        <c:lblAlgn val="ctr"/>
        <c:lblOffset val="100"/>
        <c:noMultiLvlLbl val="0"/>
      </c:catAx>
      <c:valAx>
        <c:axId val="10564884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49761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3-D line / Microsoft native family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line3D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CB-4447-91CF-7D9C3D6AF7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9CB-4447-91CF-7D9C3D6AF75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9CB-4447-91CF-7D9C3D6AF7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26076319"/>
        <c:axId val="1056499984"/>
        <c:axId val="348761103"/>
      </c:line3DChart>
      <c:catAx>
        <c:axId val="32607631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6499984"/>
        <c:crosses val="autoZero"/>
        <c:auto val="1"/>
        <c:lblAlgn val="ctr"/>
        <c:lblOffset val="100"/>
        <c:noMultiLvlLbl val="0"/>
      </c:catAx>
      <c:valAx>
        <c:axId val="1056499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6076319"/>
        <c:crosses val="autoZero"/>
        <c:crossBetween val="between"/>
      </c:valAx>
      <c:serAx>
        <c:axId val="348761103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6499984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3-D area / Microsoft native family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0"/>
    </c:view3D>
    <c:floor>
      <c:thickness val="0"/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  <a:sp3d contourW="9525">
          <a:contourClr>
            <a:schemeClr val="tx1">
              <a:lumMod val="15000"/>
              <a:lumOff val="85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area3D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BC-472E-A31A-798A7ED9CA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BC-472E-A31A-798A7ED9CA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50132320"/>
        <c:axId val="1056489904"/>
        <c:axId val="348765583"/>
      </c:area3DChart>
      <c:dateAx>
        <c:axId val="115013232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6489904"/>
        <c:crosses val="autoZero"/>
        <c:auto val="1"/>
        <c:lblOffset val="100"/>
        <c:baseTimeUnit val="months"/>
      </c:dateAx>
      <c:valAx>
        <c:axId val="1056489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0132320"/>
        <c:crosses val="autoZero"/>
        <c:crossBetween val="midCat"/>
      </c:valAx>
      <c:serAx>
        <c:axId val="348765583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6489904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3-D pie / Microsoft native family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4C11-47F4-9C8E-1F36C9F5D90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4C11-47F4-9C8E-1F36C9F5D90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4C11-47F4-9C8E-1F36C9F5D90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4C11-47F4-9C8E-1F36C9F5D903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AD-4D00-B590-297E509058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15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Pie of Pie / Microsoft native family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15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ofPieChart>
        <c:ofPieType val="pie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15E-4F5F-9824-525B2026058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15E-4F5F-9824-525B2026058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15E-4F5F-9824-525B2026058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15E-4F5F-9824-525B2026058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15E-4F5F-9824-525B2026058B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DC-49A3-A22E-3A7E463BFF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Stock HLC / Microsoft native family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57</c:v>
                </c:pt>
                <c:pt idx="2">
                  <c:v>57</c:v>
                </c:pt>
                <c:pt idx="3">
                  <c:v>58</c:v>
                </c:pt>
                <c:pt idx="4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856-4CD7-A44E-3365061192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856-4CD7-A44E-33650611925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Close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dot"/>
            <c:size val="3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32</c:v>
                </c:pt>
                <c:pt idx="1">
                  <c:v>35</c:v>
                </c:pt>
                <c:pt idx="2">
                  <c:v>34</c:v>
                </c:pt>
                <c:pt idx="3">
                  <c:v>35</c:v>
                </c:pt>
                <c:pt idx="4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856-4CD7-A44E-3365061192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axId val="1150150096"/>
        <c:axId val="1056604624"/>
      </c:stockChart>
      <c:dateAx>
        <c:axId val="115015009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6604624"/>
        <c:crosses val="autoZero"/>
        <c:auto val="1"/>
        <c:lblOffset val="100"/>
        <c:baseTimeUnit val="months"/>
      </c:dateAx>
      <c:valAx>
        <c:axId val="1056604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0150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Surface / Microsoft native family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view3D>
      <c:rotX val="90"/>
      <c:rotY val="0"/>
      <c:rAngAx val="0"/>
      <c:perspective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surfaceChart>
        <c:wireframe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2C-4B11-B810-672538C8B12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2C-4B11-B810-672538C8B12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52C-4B11-B810-672538C8B127}"/>
            </c:ext>
          </c:extLst>
        </c:ser>
        <c:bandFmts>
          <c:bandFmt>
            <c:idx val="0"/>
            <c:spPr>
              <a:solidFill>
                <a:schemeClr val="accent1"/>
              </a:solidFill>
              <a:ln/>
              <a:effectLst/>
              <a:sp3d/>
            </c:spPr>
          </c:bandFmt>
          <c:bandFmt>
            <c:idx val="1"/>
            <c:spPr>
              <a:solidFill>
                <a:schemeClr val="accent2"/>
              </a:solidFill>
              <a:ln/>
              <a:effectLst/>
              <a:sp3d/>
            </c:spPr>
          </c:bandFmt>
          <c:bandFmt>
            <c:idx val="2"/>
            <c:spPr>
              <a:solidFill>
                <a:schemeClr val="accent3"/>
              </a:solidFill>
              <a:ln/>
              <a:effectLst/>
              <a:sp3d/>
            </c:spPr>
          </c:bandFmt>
          <c:bandFmt>
            <c:idx val="3"/>
            <c:spPr>
              <a:solidFill>
                <a:schemeClr val="accent4"/>
              </a:solidFill>
              <a:ln/>
              <a:effectLst/>
              <a:sp3d/>
            </c:spPr>
          </c:bandFmt>
          <c:bandFmt>
            <c:idx val="4"/>
            <c:spPr>
              <a:solidFill>
                <a:schemeClr val="accent5"/>
              </a:solidFill>
              <a:ln/>
              <a:effectLst/>
              <a:sp3d/>
            </c:spPr>
          </c:bandFmt>
          <c:bandFmt>
            <c:idx val="5"/>
            <c:spPr>
              <a:solidFill>
                <a:schemeClr val="accent6"/>
              </a:solidFill>
              <a:ln/>
              <a:effectLst/>
              <a:sp3d/>
            </c:spPr>
          </c:bandFmt>
          <c:bandFmt>
            <c:idx val="6"/>
            <c:spPr>
              <a:solidFill>
                <a:schemeClr val="accent1">
                  <a:lumMod val="60000"/>
                </a:schemeClr>
              </a:solidFill>
              <a:ln/>
              <a:effectLst/>
              <a:sp3d/>
            </c:spPr>
          </c:bandFmt>
          <c:bandFmt>
            <c:idx val="7"/>
            <c:spPr>
              <a:solidFill>
                <a:schemeClr val="accent2">
                  <a:lumMod val="60000"/>
                </a:schemeClr>
              </a:solidFill>
              <a:ln/>
              <a:effectLst/>
              <a:sp3d/>
            </c:spPr>
          </c:bandFmt>
          <c:bandFmt>
            <c:idx val="8"/>
            <c:spPr>
              <a:solidFill>
                <a:schemeClr val="accent3">
                  <a:lumMod val="60000"/>
                </a:schemeClr>
              </a:solidFill>
              <a:ln/>
              <a:effectLst/>
              <a:sp3d/>
            </c:spPr>
          </c:bandFmt>
          <c:bandFmt>
            <c:idx val="9"/>
            <c:spPr>
              <a:solidFill>
                <a:schemeClr val="accent4">
                  <a:lumMod val="60000"/>
                </a:schemeClr>
              </a:solidFill>
              <a:ln/>
              <a:effectLst/>
              <a:sp3d/>
            </c:spPr>
          </c:bandFmt>
          <c:bandFmt>
            <c:idx val="10"/>
            <c:spPr>
              <a:solidFill>
                <a:schemeClr val="accent5">
                  <a:lumMod val="60000"/>
                </a:schemeClr>
              </a:solidFill>
              <a:ln/>
              <a:effectLst/>
              <a:sp3d/>
            </c:spPr>
          </c:bandFmt>
          <c:bandFmt>
            <c:idx val="11"/>
            <c:spPr>
              <a:solidFill>
                <a:schemeClr val="accent6">
                  <a:lumMod val="60000"/>
                </a:schemeClr>
              </a:solidFill>
              <a:ln/>
              <a:effectLst/>
              <a:sp3d/>
            </c:spPr>
          </c:bandFmt>
          <c:bandFmt>
            <c:idx val="12"/>
            <c:spPr>
              <a:solidFill>
                <a:schemeClr val="accent1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3"/>
            <c:spPr>
              <a:solidFill>
                <a:schemeClr val="accent2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4"/>
            <c:spPr>
              <a:solidFill>
                <a:schemeClr val="accent3">
                  <a:lumMod val="80000"/>
                  <a:lumOff val="20000"/>
                </a:schemeClr>
              </a:solidFill>
              <a:ln/>
              <a:effectLst/>
              <a:sp3d/>
            </c:spPr>
          </c:bandFmt>
        </c:bandFmts>
        <c:axId val="1150164480"/>
        <c:axId val="1047817680"/>
        <c:axId val="348756063"/>
      </c:surfaceChart>
      <c:catAx>
        <c:axId val="11501644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7817680"/>
        <c:crosses val="autoZero"/>
        <c:auto val="1"/>
        <c:lblAlgn val="ctr"/>
        <c:lblOffset val="100"/>
        <c:noMultiLvlLbl val="0"/>
      </c:catAx>
      <c:valAx>
        <c:axId val="1047817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0164480"/>
        <c:crosses val="autoZero"/>
        <c:crossBetween val="midCat"/>
      </c:valAx>
      <c:serAx>
        <c:axId val="348756063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7817680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3-D surface / Microsoft native family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view3D>
      <c:rotX val="15"/>
      <c:rotY val="2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surface3DChart>
        <c:wireframe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B9-4900-9DE5-6A778AC6E1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B9-4900-9DE5-6A778AC6E12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7B9-4900-9DE5-6A778AC6E125}"/>
            </c:ext>
          </c:extLst>
        </c:ser>
        <c:bandFmts>
          <c:bandFmt>
            <c:idx val="0"/>
            <c:spPr>
              <a:solidFill>
                <a:schemeClr val="accent1"/>
              </a:solidFill>
              <a:ln/>
              <a:effectLst/>
              <a:sp3d/>
            </c:spPr>
          </c:bandFmt>
          <c:bandFmt>
            <c:idx val="1"/>
            <c:spPr>
              <a:solidFill>
                <a:schemeClr val="accent2"/>
              </a:solidFill>
              <a:ln/>
              <a:effectLst/>
              <a:sp3d/>
            </c:spPr>
          </c:bandFmt>
          <c:bandFmt>
            <c:idx val="2"/>
            <c:spPr>
              <a:solidFill>
                <a:schemeClr val="accent3"/>
              </a:solidFill>
              <a:ln/>
              <a:effectLst/>
              <a:sp3d/>
            </c:spPr>
          </c:bandFmt>
          <c:bandFmt>
            <c:idx val="3"/>
            <c:spPr>
              <a:solidFill>
                <a:schemeClr val="accent4"/>
              </a:solidFill>
              <a:ln/>
              <a:effectLst/>
              <a:sp3d/>
            </c:spPr>
          </c:bandFmt>
          <c:bandFmt>
            <c:idx val="4"/>
            <c:spPr>
              <a:solidFill>
                <a:schemeClr val="accent5"/>
              </a:solidFill>
              <a:ln/>
              <a:effectLst/>
              <a:sp3d/>
            </c:spPr>
          </c:bandFmt>
          <c:bandFmt>
            <c:idx val="5"/>
            <c:spPr>
              <a:solidFill>
                <a:schemeClr val="accent6"/>
              </a:solidFill>
              <a:ln/>
              <a:effectLst/>
              <a:sp3d/>
            </c:spPr>
          </c:bandFmt>
          <c:bandFmt>
            <c:idx val="6"/>
            <c:spPr>
              <a:solidFill>
                <a:schemeClr val="accent1">
                  <a:lumMod val="60000"/>
                </a:schemeClr>
              </a:solidFill>
              <a:ln/>
              <a:effectLst/>
              <a:sp3d/>
            </c:spPr>
          </c:bandFmt>
          <c:bandFmt>
            <c:idx val="7"/>
            <c:spPr>
              <a:solidFill>
                <a:schemeClr val="accent2">
                  <a:lumMod val="60000"/>
                </a:schemeClr>
              </a:solidFill>
              <a:ln/>
              <a:effectLst/>
              <a:sp3d/>
            </c:spPr>
          </c:bandFmt>
          <c:bandFmt>
            <c:idx val="8"/>
            <c:spPr>
              <a:solidFill>
                <a:schemeClr val="accent3">
                  <a:lumMod val="60000"/>
                </a:schemeClr>
              </a:solidFill>
              <a:ln/>
              <a:effectLst/>
              <a:sp3d/>
            </c:spPr>
          </c:bandFmt>
          <c:bandFmt>
            <c:idx val="9"/>
            <c:spPr>
              <a:solidFill>
                <a:schemeClr val="accent4">
                  <a:lumMod val="60000"/>
                </a:schemeClr>
              </a:solidFill>
              <a:ln/>
              <a:effectLst/>
              <a:sp3d/>
            </c:spPr>
          </c:bandFmt>
          <c:bandFmt>
            <c:idx val="10"/>
            <c:spPr>
              <a:solidFill>
                <a:schemeClr val="accent5">
                  <a:lumMod val="60000"/>
                </a:schemeClr>
              </a:solidFill>
              <a:ln/>
              <a:effectLst/>
              <a:sp3d/>
            </c:spPr>
          </c:bandFmt>
          <c:bandFmt>
            <c:idx val="11"/>
            <c:spPr>
              <a:solidFill>
                <a:schemeClr val="accent6">
                  <a:lumMod val="60000"/>
                </a:schemeClr>
              </a:solidFill>
              <a:ln/>
              <a:effectLst/>
              <a:sp3d/>
            </c:spPr>
          </c:bandFmt>
          <c:bandFmt>
            <c:idx val="12"/>
            <c:spPr>
              <a:solidFill>
                <a:schemeClr val="accent1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3"/>
            <c:spPr>
              <a:solidFill>
                <a:schemeClr val="accent2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4"/>
            <c:spPr>
              <a:solidFill>
                <a:schemeClr val="accent3">
                  <a:lumMod val="80000"/>
                  <a:lumOff val="20000"/>
                </a:schemeClr>
              </a:solidFill>
              <a:ln/>
              <a:effectLst/>
              <a:sp3d/>
            </c:spPr>
          </c:bandFmt>
        </c:bandFmts>
        <c:axId val="217043615"/>
        <c:axId val="208181039"/>
        <c:axId val="330227791"/>
      </c:surface3DChart>
      <c:catAx>
        <c:axId val="217043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181039"/>
        <c:crosses val="autoZero"/>
        <c:auto val="1"/>
        <c:lblAlgn val="ctr"/>
        <c:lblOffset val="100"/>
        <c:noMultiLvlLbl val="0"/>
      </c:catAx>
      <c:valAx>
        <c:axId val="2081810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7043615"/>
        <c:crosses val="autoZero"/>
        <c:crossBetween val="midCat"/>
      </c:valAx>
      <c:serAx>
        <c:axId val="33022779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181039"/>
        <c:crosses val="autoZero"/>
      </c:ser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0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22976B-E85A-48FD-B03A-1A18120A752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8164C4D2-6E0C-4D0A-B487-CB28AE188DB3}">
      <dgm:prSet phldrT="[Text]"/>
      <dgm:spPr/>
      <dgm:t>
        <a:bodyPr/>
        <a:lstStyle/>
        <a:p>
          <a:r>
            <a:rPr lang="en-US"/>
            <a:t>Discover</a:t>
          </a:r>
        </a:p>
      </dgm:t>
    </dgm:pt>
    <dgm:pt modelId="{84B1AFB5-B2A1-4C5E-8E64-307BB6A35CBA}" type="parTrans" cxnId="{C236D0C9-EBB9-42AA-A622-6E59395C7B8C}">
      <dgm:prSet/>
      <dgm:spPr/>
    </dgm:pt>
    <dgm:pt modelId="{40833FF2-B9E3-49F6-9AB3-A476B204151C}" type="sibTrans" cxnId="{C236D0C9-EBB9-42AA-A622-6E59395C7B8C}">
      <dgm:prSet/>
      <dgm:spPr/>
      <dgm:t>
        <a:bodyPr/>
        <a:lstStyle/>
        <a:p>
          <a:endParaRPr lang="en-US"/>
        </a:p>
      </dgm:t>
    </dgm:pt>
    <dgm:pt modelId="{AAEEBA80-353A-46D7-AD54-8DBFE2E2E8F2}">
      <dgm:prSet phldrT="[Text]"/>
      <dgm:spPr/>
      <dgm:t>
        <a:bodyPr/>
        <a:lstStyle/>
        <a:p>
          <a:r>
            <a:rPr lang="en-US"/>
            <a:t>Represent</a:t>
          </a:r>
        </a:p>
      </dgm:t>
    </dgm:pt>
    <dgm:pt modelId="{C9DDE22B-D106-4E24-8083-CBC504187626}" type="parTrans" cxnId="{A96331CA-BDE5-4A51-BF5A-C1B8F4AAD86B}">
      <dgm:prSet/>
      <dgm:spPr/>
    </dgm:pt>
    <dgm:pt modelId="{1A27B788-C50A-41B7-AB10-8B0E0AA0CA1C}" type="sibTrans" cxnId="{A96331CA-BDE5-4A51-BF5A-C1B8F4AAD86B}">
      <dgm:prSet/>
      <dgm:spPr/>
      <dgm:t>
        <a:bodyPr/>
        <a:lstStyle/>
        <a:p>
          <a:endParaRPr lang="en-US"/>
        </a:p>
      </dgm:t>
    </dgm:pt>
    <dgm:pt modelId="{EAD9A7B2-86AF-442C-B0BA-DB9033D927BF}">
      <dgm:prSet phldrT="[Text]"/>
      <dgm:spPr/>
      <dgm:t>
        <a:bodyPr/>
        <a:lstStyle/>
        <a:p>
          <a:r>
            <a:rPr lang="en-US"/>
            <a:t>Round-trip</a:t>
          </a:r>
        </a:p>
      </dgm:t>
    </dgm:pt>
    <dgm:pt modelId="{E0E115FE-6F81-40D3-B0A3-365E702E95F0}" type="parTrans" cxnId="{BB1D080B-E7BA-4871-8A6D-BF84E4FB7C4D}">
      <dgm:prSet/>
      <dgm:spPr/>
    </dgm:pt>
    <dgm:pt modelId="{08F24189-B01E-4D01-99E9-753042A2D248}" type="sibTrans" cxnId="{BB1D080B-E7BA-4871-8A6D-BF84E4FB7C4D}">
      <dgm:prSet/>
      <dgm:spPr/>
      <dgm:t>
        <a:bodyPr/>
        <a:lstStyle/>
        <a:p>
          <a:endParaRPr lang="en-US"/>
        </a:p>
      </dgm:t>
    </dgm:pt>
    <dgm:pt modelId="{8623DA49-BBD6-44A9-9C6D-3E41ED849399}">
      <dgm:prSet phldrT="[Text]"/>
      <dgm:spPr/>
      <dgm:t>
        <a:bodyPr/>
        <a:lstStyle/>
        <a:p>
          <a:r>
            <a:rPr lang="en-US"/>
            <a:t>Validate</a:t>
          </a:r>
        </a:p>
      </dgm:t>
    </dgm:pt>
    <dgm:pt modelId="{78CECC85-1D9C-4003-8C57-346C48BD85CA}" type="parTrans" cxnId="{5FE359C8-49BB-47D0-B662-86B50DD74F05}">
      <dgm:prSet/>
      <dgm:spPr/>
    </dgm:pt>
    <dgm:pt modelId="{78F4B4F4-DC8B-48B1-8067-AE3800864DAC}" type="sibTrans" cxnId="{5FE359C8-49BB-47D0-B662-86B50DD74F05}">
      <dgm:prSet/>
      <dgm:spPr/>
    </dgm:pt>
    <dgm:pt modelId="{77D2E42A-1335-47FA-909C-C12218DF55E7}" type="pres">
      <dgm:prSet presAssocID="{1122976B-E85A-48FD-B03A-1A18120A7529}" presName="Name0" presStyleCnt="0">
        <dgm:presLayoutVars>
          <dgm:dir/>
          <dgm:resizeHandles val="exact"/>
        </dgm:presLayoutVars>
      </dgm:prSet>
      <dgm:spPr/>
    </dgm:pt>
    <dgm:pt modelId="{6182ECE2-DAD9-4341-A1DE-BE8FDCEF686C}" type="pres">
      <dgm:prSet presAssocID="{8164C4D2-6E0C-4D0A-B487-CB28AE188DB3}" presName="node" presStyleLbl="node1" presStyleIdx="0" presStyleCnt="4">
        <dgm:presLayoutVars>
          <dgm:bulletEnabled val="1"/>
        </dgm:presLayoutVars>
      </dgm:prSet>
      <dgm:spPr/>
    </dgm:pt>
    <dgm:pt modelId="{4DC30D9B-817E-41DF-96C4-55FAF9E9B5FC}" type="pres">
      <dgm:prSet presAssocID="{40833FF2-B9E3-49F6-9AB3-A476B204151C}" presName="sibTrans" presStyleLbl="sibTrans2D1" presStyleIdx="0" presStyleCnt="3"/>
      <dgm:spPr/>
    </dgm:pt>
    <dgm:pt modelId="{0BBC7E63-D5DB-4B5F-A848-EE762E7469E4}" type="pres">
      <dgm:prSet presAssocID="{40833FF2-B9E3-49F6-9AB3-A476B204151C}" presName="connectorText" presStyleLbl="sibTrans2D1" presStyleIdx="0" presStyleCnt="3"/>
      <dgm:spPr/>
    </dgm:pt>
    <dgm:pt modelId="{E533F73A-D75F-4C7A-B205-3FD63EC659CB}" type="pres">
      <dgm:prSet presAssocID="{AAEEBA80-353A-46D7-AD54-8DBFE2E2E8F2}" presName="node" presStyleLbl="node1" presStyleIdx="1" presStyleCnt="4">
        <dgm:presLayoutVars>
          <dgm:bulletEnabled val="1"/>
        </dgm:presLayoutVars>
      </dgm:prSet>
      <dgm:spPr/>
    </dgm:pt>
    <dgm:pt modelId="{5CB6DBD1-8C33-4414-BDE7-CB2F6CCF0908}" type="pres">
      <dgm:prSet presAssocID="{1A27B788-C50A-41B7-AB10-8B0E0AA0CA1C}" presName="sibTrans" presStyleLbl="sibTrans2D1" presStyleIdx="1" presStyleCnt="3"/>
      <dgm:spPr/>
    </dgm:pt>
    <dgm:pt modelId="{65014576-DFA4-4754-969D-B6D5788F6792}" type="pres">
      <dgm:prSet presAssocID="{1A27B788-C50A-41B7-AB10-8B0E0AA0CA1C}" presName="connectorText" presStyleLbl="sibTrans2D1" presStyleIdx="1" presStyleCnt="3"/>
      <dgm:spPr/>
    </dgm:pt>
    <dgm:pt modelId="{CE8F3EE3-B9D9-468D-AEA8-EC5B1B5031DB}" type="pres">
      <dgm:prSet presAssocID="{EAD9A7B2-86AF-442C-B0BA-DB9033D927BF}" presName="node" presStyleLbl="node1" presStyleIdx="2" presStyleCnt="4">
        <dgm:presLayoutVars>
          <dgm:bulletEnabled val="1"/>
        </dgm:presLayoutVars>
      </dgm:prSet>
      <dgm:spPr/>
    </dgm:pt>
    <dgm:pt modelId="{E9ED9E8B-7E15-4A7F-B5A3-4DD4A5E0C944}" type="pres">
      <dgm:prSet presAssocID="{08F24189-B01E-4D01-99E9-753042A2D248}" presName="sibTrans" presStyleLbl="sibTrans2D1" presStyleIdx="2" presStyleCnt="3"/>
      <dgm:spPr/>
    </dgm:pt>
    <dgm:pt modelId="{FAF56BFB-C928-4EE0-B605-30496D8BEC06}" type="pres">
      <dgm:prSet presAssocID="{08F24189-B01E-4D01-99E9-753042A2D248}" presName="connectorText" presStyleLbl="sibTrans2D1" presStyleIdx="2" presStyleCnt="3"/>
      <dgm:spPr/>
    </dgm:pt>
    <dgm:pt modelId="{14B9232D-A77D-47C9-9FE9-552CB5019A95}" type="pres">
      <dgm:prSet presAssocID="{8623DA49-BBD6-44A9-9C6D-3E41ED849399}" presName="node" presStyleLbl="node1" presStyleIdx="3" presStyleCnt="4">
        <dgm:presLayoutVars>
          <dgm:bulletEnabled val="1"/>
        </dgm:presLayoutVars>
      </dgm:prSet>
      <dgm:spPr/>
    </dgm:pt>
  </dgm:ptLst>
  <dgm:cxnLst>
    <dgm:cxn modelId="{BB1D080B-E7BA-4871-8A6D-BF84E4FB7C4D}" srcId="{1122976B-E85A-48FD-B03A-1A18120A7529}" destId="{EAD9A7B2-86AF-442C-B0BA-DB9033D927BF}" srcOrd="2" destOrd="0" parTransId="{E0E115FE-6F81-40D3-B0A3-365E702E95F0}" sibTransId="{08F24189-B01E-4D01-99E9-753042A2D248}"/>
    <dgm:cxn modelId="{9295422D-D9AF-4DBF-A53B-6F2F5D5295A6}" type="presOf" srcId="{40833FF2-B9E3-49F6-9AB3-A476B204151C}" destId="{4DC30D9B-817E-41DF-96C4-55FAF9E9B5FC}" srcOrd="0" destOrd="0" presId="urn:microsoft.com/office/officeart/2005/8/layout/process1"/>
    <dgm:cxn modelId="{2E043D38-D400-4428-9E93-EE3BD4ABC7B8}" type="presOf" srcId="{8164C4D2-6E0C-4D0A-B487-CB28AE188DB3}" destId="{6182ECE2-DAD9-4341-A1DE-BE8FDCEF686C}" srcOrd="0" destOrd="0" presId="urn:microsoft.com/office/officeart/2005/8/layout/process1"/>
    <dgm:cxn modelId="{BCCABF3D-DEFC-4F64-AD30-20C2D4DB86F7}" type="presOf" srcId="{08F24189-B01E-4D01-99E9-753042A2D248}" destId="{FAF56BFB-C928-4EE0-B605-30496D8BEC06}" srcOrd="1" destOrd="0" presId="urn:microsoft.com/office/officeart/2005/8/layout/process1"/>
    <dgm:cxn modelId="{399D1D81-A078-4720-8955-1C76BD2A4966}" type="presOf" srcId="{1A27B788-C50A-41B7-AB10-8B0E0AA0CA1C}" destId="{65014576-DFA4-4754-969D-B6D5788F6792}" srcOrd="1" destOrd="0" presId="urn:microsoft.com/office/officeart/2005/8/layout/process1"/>
    <dgm:cxn modelId="{3675E388-3AC6-40A4-A291-9CCD38C0FEF3}" type="presOf" srcId="{1A27B788-C50A-41B7-AB10-8B0E0AA0CA1C}" destId="{5CB6DBD1-8C33-4414-BDE7-CB2F6CCF0908}" srcOrd="0" destOrd="0" presId="urn:microsoft.com/office/officeart/2005/8/layout/process1"/>
    <dgm:cxn modelId="{5581339B-0723-46B0-B11D-D76C6DF79C7F}" type="presOf" srcId="{1122976B-E85A-48FD-B03A-1A18120A7529}" destId="{77D2E42A-1335-47FA-909C-C12218DF55E7}" srcOrd="0" destOrd="0" presId="urn:microsoft.com/office/officeart/2005/8/layout/process1"/>
    <dgm:cxn modelId="{CFE2A69F-FA2C-4CD3-A465-23EB88B024EA}" type="presOf" srcId="{08F24189-B01E-4D01-99E9-753042A2D248}" destId="{E9ED9E8B-7E15-4A7F-B5A3-4DD4A5E0C944}" srcOrd="0" destOrd="0" presId="urn:microsoft.com/office/officeart/2005/8/layout/process1"/>
    <dgm:cxn modelId="{D2B643A8-CAC1-431C-94F7-8C7FB4C5B07A}" type="presOf" srcId="{40833FF2-B9E3-49F6-9AB3-A476B204151C}" destId="{0BBC7E63-D5DB-4B5F-A848-EE762E7469E4}" srcOrd="1" destOrd="0" presId="urn:microsoft.com/office/officeart/2005/8/layout/process1"/>
    <dgm:cxn modelId="{5FE359C8-49BB-47D0-B662-86B50DD74F05}" srcId="{1122976B-E85A-48FD-B03A-1A18120A7529}" destId="{8623DA49-BBD6-44A9-9C6D-3E41ED849399}" srcOrd="3" destOrd="0" parTransId="{78CECC85-1D9C-4003-8C57-346C48BD85CA}" sibTransId="{78F4B4F4-DC8B-48B1-8067-AE3800864DAC}"/>
    <dgm:cxn modelId="{B94300C9-1C9E-4DAB-AD02-5E82A7F5086F}" type="presOf" srcId="{AAEEBA80-353A-46D7-AD54-8DBFE2E2E8F2}" destId="{E533F73A-D75F-4C7A-B205-3FD63EC659CB}" srcOrd="0" destOrd="0" presId="urn:microsoft.com/office/officeart/2005/8/layout/process1"/>
    <dgm:cxn modelId="{C236D0C9-EBB9-42AA-A622-6E59395C7B8C}" srcId="{1122976B-E85A-48FD-B03A-1A18120A7529}" destId="{8164C4D2-6E0C-4D0A-B487-CB28AE188DB3}" srcOrd="0" destOrd="0" parTransId="{84B1AFB5-B2A1-4C5E-8E64-307BB6A35CBA}" sibTransId="{40833FF2-B9E3-49F6-9AB3-A476B204151C}"/>
    <dgm:cxn modelId="{A96331CA-BDE5-4A51-BF5A-C1B8F4AAD86B}" srcId="{1122976B-E85A-48FD-B03A-1A18120A7529}" destId="{AAEEBA80-353A-46D7-AD54-8DBFE2E2E8F2}" srcOrd="1" destOrd="0" parTransId="{C9DDE22B-D106-4E24-8083-CBC504187626}" sibTransId="{1A27B788-C50A-41B7-AB10-8B0E0AA0CA1C}"/>
    <dgm:cxn modelId="{64EFCDD5-54E3-49B1-883E-C2B4F96DA56C}" type="presOf" srcId="{8623DA49-BBD6-44A9-9C6D-3E41ED849399}" destId="{14B9232D-A77D-47C9-9FE9-552CB5019A95}" srcOrd="0" destOrd="0" presId="urn:microsoft.com/office/officeart/2005/8/layout/process1"/>
    <dgm:cxn modelId="{C058EAEC-A136-4AC5-AEF8-21ACDAE1F1F1}" type="presOf" srcId="{EAD9A7B2-86AF-442C-B0BA-DB9033D927BF}" destId="{CE8F3EE3-B9D9-468D-AEA8-EC5B1B5031DB}" srcOrd="0" destOrd="0" presId="urn:microsoft.com/office/officeart/2005/8/layout/process1"/>
    <dgm:cxn modelId="{D02B7F13-B9E1-478B-AB9B-0658FAFF5D34}" type="presParOf" srcId="{77D2E42A-1335-47FA-909C-C12218DF55E7}" destId="{6182ECE2-DAD9-4341-A1DE-BE8FDCEF686C}" srcOrd="0" destOrd="0" presId="urn:microsoft.com/office/officeart/2005/8/layout/process1"/>
    <dgm:cxn modelId="{94F34825-2C27-450E-8587-03F7767D8FC7}" type="presParOf" srcId="{77D2E42A-1335-47FA-909C-C12218DF55E7}" destId="{4DC30D9B-817E-41DF-96C4-55FAF9E9B5FC}" srcOrd="1" destOrd="0" presId="urn:microsoft.com/office/officeart/2005/8/layout/process1"/>
    <dgm:cxn modelId="{4B92BF0E-9889-4797-9D75-A4E922168378}" type="presParOf" srcId="{4DC30D9B-817E-41DF-96C4-55FAF9E9B5FC}" destId="{0BBC7E63-D5DB-4B5F-A848-EE762E7469E4}" srcOrd="0" destOrd="0" presId="urn:microsoft.com/office/officeart/2005/8/layout/process1"/>
    <dgm:cxn modelId="{45589599-13E5-4056-B069-7A2B53BEF0BB}" type="presParOf" srcId="{77D2E42A-1335-47FA-909C-C12218DF55E7}" destId="{E533F73A-D75F-4C7A-B205-3FD63EC659CB}" srcOrd="2" destOrd="0" presId="urn:microsoft.com/office/officeart/2005/8/layout/process1"/>
    <dgm:cxn modelId="{3D74C27B-27FC-4824-A5E2-F62D208AF491}" type="presParOf" srcId="{77D2E42A-1335-47FA-909C-C12218DF55E7}" destId="{5CB6DBD1-8C33-4414-BDE7-CB2F6CCF0908}" srcOrd="3" destOrd="0" presId="urn:microsoft.com/office/officeart/2005/8/layout/process1"/>
    <dgm:cxn modelId="{A37FE851-7BFC-470C-8081-B5313A5C224C}" type="presParOf" srcId="{5CB6DBD1-8C33-4414-BDE7-CB2F6CCF0908}" destId="{65014576-DFA4-4754-969D-B6D5788F6792}" srcOrd="0" destOrd="0" presId="urn:microsoft.com/office/officeart/2005/8/layout/process1"/>
    <dgm:cxn modelId="{D8DF640A-0B33-4112-A60F-E3172391918E}" type="presParOf" srcId="{77D2E42A-1335-47FA-909C-C12218DF55E7}" destId="{CE8F3EE3-B9D9-468D-AEA8-EC5B1B5031DB}" srcOrd="4" destOrd="0" presId="urn:microsoft.com/office/officeart/2005/8/layout/process1"/>
    <dgm:cxn modelId="{34CA645B-07E4-4EDC-A377-EE08B4C7261A}" type="presParOf" srcId="{77D2E42A-1335-47FA-909C-C12218DF55E7}" destId="{E9ED9E8B-7E15-4A7F-B5A3-4DD4A5E0C944}" srcOrd="5" destOrd="0" presId="urn:microsoft.com/office/officeart/2005/8/layout/process1"/>
    <dgm:cxn modelId="{CD4BBFFE-8B33-4691-A378-238F78F212D0}" type="presParOf" srcId="{E9ED9E8B-7E15-4A7F-B5A3-4DD4A5E0C944}" destId="{FAF56BFB-C928-4EE0-B605-30496D8BEC06}" srcOrd="0" destOrd="0" presId="urn:microsoft.com/office/officeart/2005/8/layout/process1"/>
    <dgm:cxn modelId="{D4654350-3565-40F9-B92F-7D863D149B74}" type="presParOf" srcId="{77D2E42A-1335-47FA-909C-C12218DF55E7}" destId="{14B9232D-A77D-47C9-9FE9-552CB5019A95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82ECE2-DAD9-4341-A1DE-BE8FDCEF686C}">
      <dsp:nvSpPr>
        <dsp:cNvPr id="0" name=""/>
        <dsp:cNvSpPr/>
      </dsp:nvSpPr>
      <dsp:spPr>
        <a:xfrm>
          <a:off x="3348" y="894270"/>
          <a:ext cx="1464096" cy="878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Discover</a:t>
          </a:r>
        </a:p>
      </dsp:txBody>
      <dsp:txXfrm>
        <a:off x="29077" y="919999"/>
        <a:ext cx="1412638" cy="827000"/>
      </dsp:txXfrm>
    </dsp:sp>
    <dsp:sp modelId="{4DC30D9B-817E-41DF-96C4-55FAF9E9B5FC}">
      <dsp:nvSpPr>
        <dsp:cNvPr id="0" name=""/>
        <dsp:cNvSpPr/>
      </dsp:nvSpPr>
      <dsp:spPr>
        <a:xfrm>
          <a:off x="1613854" y="1151952"/>
          <a:ext cx="310388" cy="3630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1613854" y="1224571"/>
        <a:ext cx="217272" cy="217857"/>
      </dsp:txXfrm>
    </dsp:sp>
    <dsp:sp modelId="{E533F73A-D75F-4C7A-B205-3FD63EC659CB}">
      <dsp:nvSpPr>
        <dsp:cNvPr id="0" name=""/>
        <dsp:cNvSpPr/>
      </dsp:nvSpPr>
      <dsp:spPr>
        <a:xfrm>
          <a:off x="2053083" y="894270"/>
          <a:ext cx="1464096" cy="878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Represent</a:t>
          </a:r>
        </a:p>
      </dsp:txBody>
      <dsp:txXfrm>
        <a:off x="2078812" y="919999"/>
        <a:ext cx="1412638" cy="827000"/>
      </dsp:txXfrm>
    </dsp:sp>
    <dsp:sp modelId="{5CB6DBD1-8C33-4414-BDE7-CB2F6CCF0908}">
      <dsp:nvSpPr>
        <dsp:cNvPr id="0" name=""/>
        <dsp:cNvSpPr/>
      </dsp:nvSpPr>
      <dsp:spPr>
        <a:xfrm>
          <a:off x="3663590" y="1151952"/>
          <a:ext cx="310388" cy="3630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3663590" y="1224571"/>
        <a:ext cx="217272" cy="217857"/>
      </dsp:txXfrm>
    </dsp:sp>
    <dsp:sp modelId="{CE8F3EE3-B9D9-468D-AEA8-EC5B1B5031DB}">
      <dsp:nvSpPr>
        <dsp:cNvPr id="0" name=""/>
        <dsp:cNvSpPr/>
      </dsp:nvSpPr>
      <dsp:spPr>
        <a:xfrm>
          <a:off x="4102819" y="894270"/>
          <a:ext cx="1464096" cy="878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Round-trip</a:t>
          </a:r>
        </a:p>
      </dsp:txBody>
      <dsp:txXfrm>
        <a:off x="4128548" y="919999"/>
        <a:ext cx="1412638" cy="827000"/>
      </dsp:txXfrm>
    </dsp:sp>
    <dsp:sp modelId="{E9ED9E8B-7E15-4A7F-B5A3-4DD4A5E0C944}">
      <dsp:nvSpPr>
        <dsp:cNvPr id="0" name=""/>
        <dsp:cNvSpPr/>
      </dsp:nvSpPr>
      <dsp:spPr>
        <a:xfrm>
          <a:off x="5713325" y="1151952"/>
          <a:ext cx="310388" cy="3630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713325" y="1224571"/>
        <a:ext cx="217272" cy="217857"/>
      </dsp:txXfrm>
    </dsp:sp>
    <dsp:sp modelId="{14B9232D-A77D-47C9-9FE9-552CB5019A95}">
      <dsp:nvSpPr>
        <dsp:cNvPr id="0" name=""/>
        <dsp:cNvSpPr/>
      </dsp:nvSpPr>
      <dsp:spPr>
        <a:xfrm>
          <a:off x="6152554" y="894270"/>
          <a:ext cx="1464096" cy="878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Validate</a:t>
          </a:r>
        </a:p>
      </dsp:txBody>
      <dsp:txXfrm>
        <a:off x="6178283" y="919999"/>
        <a:ext cx="1412638" cy="827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E5791-B8B6-6DE3-2B14-4DF1E1B5E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0001A-628E-9C07-4040-6FB4552BE0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2C7AB-0C99-FCE7-88FB-CEF59CB6F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8096-0203-44E0-9DE5-D93A44701D7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B4339-CC09-DACD-9ED2-51FFF1649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91294-52D0-15EF-138E-3BF1CE7C1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8D60A-11CC-43CF-84B0-4021619AF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03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2867B-9999-90DE-E13F-303FC2E0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81C4F-C6F2-2E0E-59A6-9E18577DA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26A59-CB91-D24C-EBEA-722215543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8096-0203-44E0-9DE5-D93A44701D7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B6177-C5C0-F0EE-1B04-59904A386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9662E-3A71-8D24-21BF-7D94D07E4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8D60A-11CC-43CF-84B0-4021619AF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13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4CB94-E80F-8736-5788-BC480F103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03C4D-6F65-E186-6E58-6561AA1F7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1C7C6-8B8C-E5BD-740E-47D905FE3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8096-0203-44E0-9DE5-D93A44701D7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BC36C-1C98-B98E-653F-68422CDCA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167F8-5588-70E3-11F9-06F1C763B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8D60A-11CC-43CF-84B0-4021619AF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241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C89F0-EFC6-B579-435B-5A67B8C3B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44D77-F81B-8C8E-F79A-EFAD8A4B31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B297B6-4BD5-2F5B-167E-49F51E6F4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DC355-49D9-C367-E88E-8C57F134B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8096-0203-44E0-9DE5-D93A44701D7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1F263-FC5A-6E11-7BB6-207C3C731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6D724-2E08-8FF1-73F3-F6B89CC22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8D60A-11CC-43CF-84B0-4021619AF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98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6875D-E921-2F8B-51B5-D3B1F0223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6F8FB-CA6A-512B-A553-7BBAF3814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45454-2060-A0DC-3208-DC1EF177F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FF813B-FF87-3DD4-3198-981A0F2624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D7EEAD-D6FA-5E53-92E2-AF9A52789D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8F6CE2-221B-5CD1-2C7E-2712F6940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8096-0203-44E0-9DE5-D93A44701D7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0460D1-35C6-1AE4-4DBA-62CD44C7C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6D8F84-45D1-CA02-3279-7F4BA8844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8D60A-11CC-43CF-84B0-4021619AF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067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54DB7-9ECF-EA20-E67F-AE3D6326C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C6F1EA-9891-61E4-BEC7-0A923C783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8096-0203-44E0-9DE5-D93A44701D7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88E7F2-268B-1790-D963-AF8DA1155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AF85FF-701C-9709-ED35-35E8C5D2D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8D60A-11CC-43CF-84B0-4021619AF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314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8A384A-930C-FF6C-0FE2-D0AC0551D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8096-0203-44E0-9DE5-D93A44701D7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15167A-7CD0-2222-DB43-0D3C5DFE4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A87AA-A5DB-9CE1-F22B-615228EA0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8D60A-11CC-43CF-84B0-4021619AF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769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E87BE-8E79-3E81-6EAE-4E2CD4E32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26DC0-878F-1499-98CC-059A7EA8B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A1673-0E14-0CBE-8001-87D5A82B5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B95F0-4009-6B7A-6F1D-D074B37E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8096-0203-44E0-9DE5-D93A44701D7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F96C5-F83E-A761-45B3-8A022FEE9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05BD3-2924-7BE3-7A71-D95B8E10A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8D60A-11CC-43CF-84B0-4021619AF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34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A92AA-B1F3-B1AC-7276-E5E1E4F08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E97249-B257-A6D2-C5A5-FEAF2D1C01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87357-1A3E-C166-8341-6588F1D067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F2211-07E6-8F9F-2875-FFA29401F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8096-0203-44E0-9DE5-D93A44701D7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A0AF2-6FCB-9B2D-C5CF-33924354A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2504FC-2DD5-7EE1-0CDD-A48655E7D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8D60A-11CC-43CF-84B0-4021619AF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79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C03D3-5C24-A1CF-2186-4B458B487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C6446-3FF6-5A80-565D-8FC480696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89577-41FD-0184-C8AA-D6FEAD2CE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8096-0203-44E0-9DE5-D93A44701D7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84BA5-EC6D-72E8-22BC-8A9A1C710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F445F-DE91-2608-F1DC-08181B521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8D60A-11CC-43CF-84B0-4021619AF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371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136271-36D4-B25E-A926-300F169F9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BCB269-0CAB-4D3C-488F-F55FFFA4E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7A2F-2239-D9FF-EE8F-4E2A8B51C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8096-0203-44E0-9DE5-D93A44701D7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652B9-F4C9-F50A-0D64-525B53DFD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52F21-3132-F5F0-26EC-407EBA0F7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8D60A-11CC-43CF-84B0-4021619AF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93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C9F3BD-E33F-7BB3-E1FC-E88AB5FA8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A2036-C327-4E45-5977-F1DFD80BB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FA09D-AA96-F997-92B4-D0E6D4299F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768096-0203-44E0-9DE5-D93A44701D7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A02A2-9B6D-B526-2818-CEBCD8318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43573-1384-2110-2E5B-485CD9495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8D60A-11CC-43CF-84B0-4021619AF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34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15ACFE1-EF60-7436-4C27-DF35E131A5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9439725"/>
              </p:ext>
            </p:extLst>
          </p:nvPr>
        </p:nvGraphicFramePr>
        <p:xfrm>
          <a:off x="952500" y="698500"/>
          <a:ext cx="6858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CAC4485-73E8-51C1-8B75-13BDF2CFE442}"/>
              </a:ext>
            </a:extLst>
          </p:cNvPr>
          <p:cNvSpPr txBox="1"/>
          <p:nvPr/>
        </p:nvSpPr>
        <p:spPr>
          <a:xfrm>
            <a:off x="304800" y="152400"/>
            <a:ext cx="825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latin typeface="Aptos Display" panose="020B0004020202020204" pitchFamily="34" charset="0"/>
              </a:rPr>
              <a:t>Microsoft PowerPoint producer: 3-D clustered bar</a:t>
            </a:r>
          </a:p>
        </p:txBody>
      </p:sp>
    </p:spTree>
    <p:extLst>
      <p:ext uri="{BB962C8B-B14F-4D97-AF65-F5344CB8AC3E}">
        <p14:creationId xmlns:p14="http://schemas.microsoft.com/office/powerpoint/2010/main" val="3900844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27D6D51-C030-514E-97CF-1199125980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626297"/>
              </p:ext>
            </p:extLst>
          </p:nvPr>
        </p:nvGraphicFramePr>
        <p:xfrm>
          <a:off x="952500" y="698500"/>
          <a:ext cx="6858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9F8BD75-2C7A-C5B7-79B7-9B34C91E0B8B}"/>
              </a:ext>
            </a:extLst>
          </p:cNvPr>
          <p:cNvSpPr txBox="1"/>
          <p:nvPr/>
        </p:nvSpPr>
        <p:spPr>
          <a:xfrm>
            <a:off x="304800" y="152400"/>
            <a:ext cx="825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latin typeface="Aptos Display" panose="020B0004020202020204" pitchFamily="34" charset="0"/>
              </a:rPr>
              <a:t>Microsoft PowerPoint producer: 3-D line</a:t>
            </a:r>
          </a:p>
        </p:txBody>
      </p:sp>
    </p:spTree>
    <p:extLst>
      <p:ext uri="{BB962C8B-B14F-4D97-AF65-F5344CB8AC3E}">
        <p14:creationId xmlns:p14="http://schemas.microsoft.com/office/powerpoint/2010/main" val="3289713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A8C92E4-E59A-F02C-DDB6-AC31AF8958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6727913"/>
              </p:ext>
            </p:extLst>
          </p:nvPr>
        </p:nvGraphicFramePr>
        <p:xfrm>
          <a:off x="952500" y="698500"/>
          <a:ext cx="6858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AB3FC10-358F-B263-37B5-270BBFCEB436}"/>
              </a:ext>
            </a:extLst>
          </p:cNvPr>
          <p:cNvSpPr txBox="1"/>
          <p:nvPr/>
        </p:nvSpPr>
        <p:spPr>
          <a:xfrm>
            <a:off x="304800" y="152400"/>
            <a:ext cx="825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latin typeface="Aptos Display" panose="020B0004020202020204" pitchFamily="34" charset="0"/>
              </a:rPr>
              <a:t>Microsoft PowerPoint producer: 3-D area</a:t>
            </a:r>
          </a:p>
        </p:txBody>
      </p:sp>
    </p:spTree>
    <p:extLst>
      <p:ext uri="{BB962C8B-B14F-4D97-AF65-F5344CB8AC3E}">
        <p14:creationId xmlns:p14="http://schemas.microsoft.com/office/powerpoint/2010/main" val="1534354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0D2E591-82F8-6DAF-58D1-CE5B7005D3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5532164"/>
              </p:ext>
            </p:extLst>
          </p:nvPr>
        </p:nvGraphicFramePr>
        <p:xfrm>
          <a:off x="952500" y="698500"/>
          <a:ext cx="6858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830CABB-87AF-EB11-28EE-E512E12BB9C2}"/>
              </a:ext>
            </a:extLst>
          </p:cNvPr>
          <p:cNvSpPr txBox="1"/>
          <p:nvPr/>
        </p:nvSpPr>
        <p:spPr>
          <a:xfrm>
            <a:off x="304800" y="152400"/>
            <a:ext cx="825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latin typeface="Aptos Display" panose="020B0004020202020204" pitchFamily="34" charset="0"/>
              </a:rPr>
              <a:t>Microsoft PowerPoint producer: 3-D pie</a:t>
            </a:r>
          </a:p>
        </p:txBody>
      </p:sp>
    </p:spTree>
    <p:extLst>
      <p:ext uri="{BB962C8B-B14F-4D97-AF65-F5344CB8AC3E}">
        <p14:creationId xmlns:p14="http://schemas.microsoft.com/office/powerpoint/2010/main" val="2301629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5739B26-5817-45F1-DE54-423D518658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3920728"/>
              </p:ext>
            </p:extLst>
          </p:nvPr>
        </p:nvGraphicFramePr>
        <p:xfrm>
          <a:off x="952500" y="698500"/>
          <a:ext cx="6858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D38D411-A553-D023-33E3-A626CA5AD1C3}"/>
              </a:ext>
            </a:extLst>
          </p:cNvPr>
          <p:cNvSpPr txBox="1"/>
          <p:nvPr/>
        </p:nvSpPr>
        <p:spPr>
          <a:xfrm>
            <a:off x="304800" y="152400"/>
            <a:ext cx="825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latin typeface="Aptos Display" panose="020B0004020202020204" pitchFamily="34" charset="0"/>
              </a:rPr>
              <a:t>Microsoft PowerPoint producer: Pie of Pie</a:t>
            </a:r>
          </a:p>
        </p:txBody>
      </p:sp>
    </p:spTree>
    <p:extLst>
      <p:ext uri="{BB962C8B-B14F-4D97-AF65-F5344CB8AC3E}">
        <p14:creationId xmlns:p14="http://schemas.microsoft.com/office/powerpoint/2010/main" val="1979378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1AF0118-DC3B-E7EB-EEF3-2867AF3C74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672567"/>
              </p:ext>
            </p:extLst>
          </p:nvPr>
        </p:nvGraphicFramePr>
        <p:xfrm>
          <a:off x="952500" y="698500"/>
          <a:ext cx="6858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8DD2DC5-2D8E-DD6F-9F24-01DDDD3EBFDC}"/>
              </a:ext>
            </a:extLst>
          </p:cNvPr>
          <p:cNvSpPr txBox="1"/>
          <p:nvPr/>
        </p:nvSpPr>
        <p:spPr>
          <a:xfrm>
            <a:off x="304800" y="152400"/>
            <a:ext cx="825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latin typeface="Aptos Display" panose="020B0004020202020204" pitchFamily="34" charset="0"/>
              </a:rPr>
              <a:t>Microsoft PowerPoint producer: Stock HLC</a:t>
            </a:r>
          </a:p>
        </p:txBody>
      </p:sp>
    </p:spTree>
    <p:extLst>
      <p:ext uri="{BB962C8B-B14F-4D97-AF65-F5344CB8AC3E}">
        <p14:creationId xmlns:p14="http://schemas.microsoft.com/office/powerpoint/2010/main" val="876123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280BA27-511A-11D5-81A6-E76EE6AC54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908383"/>
              </p:ext>
            </p:extLst>
          </p:nvPr>
        </p:nvGraphicFramePr>
        <p:xfrm>
          <a:off x="952500" y="698500"/>
          <a:ext cx="6858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CD209B5-9002-2AAD-2239-AA079B886544}"/>
              </a:ext>
            </a:extLst>
          </p:cNvPr>
          <p:cNvSpPr txBox="1"/>
          <p:nvPr/>
        </p:nvSpPr>
        <p:spPr>
          <a:xfrm>
            <a:off x="304800" y="152400"/>
            <a:ext cx="825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latin typeface="Aptos Display" panose="020B0004020202020204" pitchFamily="34" charset="0"/>
              </a:rPr>
              <a:t>Microsoft PowerPoint producer: Surface</a:t>
            </a:r>
          </a:p>
        </p:txBody>
      </p:sp>
    </p:spTree>
    <p:extLst>
      <p:ext uri="{BB962C8B-B14F-4D97-AF65-F5344CB8AC3E}">
        <p14:creationId xmlns:p14="http://schemas.microsoft.com/office/powerpoint/2010/main" val="431504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6AA72E2-0634-5CD6-B5D7-E1BA05603B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366229"/>
              </p:ext>
            </p:extLst>
          </p:nvPr>
        </p:nvGraphicFramePr>
        <p:xfrm>
          <a:off x="952500" y="698500"/>
          <a:ext cx="6858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96E1352-5863-696B-9ECB-1647A0B92158}"/>
              </a:ext>
            </a:extLst>
          </p:cNvPr>
          <p:cNvSpPr txBox="1"/>
          <p:nvPr/>
        </p:nvSpPr>
        <p:spPr>
          <a:xfrm>
            <a:off x="304800" y="152400"/>
            <a:ext cx="825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latin typeface="Aptos Display" panose="020B0004020202020204" pitchFamily="34" charset="0"/>
              </a:rPr>
              <a:t>Microsoft PowerPoint producer: 3-D surface</a:t>
            </a:r>
          </a:p>
        </p:txBody>
      </p:sp>
    </p:spTree>
    <p:extLst>
      <p:ext uri="{BB962C8B-B14F-4D97-AF65-F5344CB8AC3E}">
        <p14:creationId xmlns:p14="http://schemas.microsoft.com/office/powerpoint/2010/main" val="3282397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ECF56DA-F420-561D-5B15-D879D52903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8431994"/>
              </p:ext>
            </p:extLst>
          </p:nvPr>
        </p:nvGraphicFramePr>
        <p:xfrm>
          <a:off x="762000" y="1079500"/>
          <a:ext cx="7620000" cy="266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543EC95-2C74-5403-D590-1BC4E9C3433A}"/>
              </a:ext>
            </a:extLst>
          </p:cNvPr>
          <p:cNvSpPr txBox="1"/>
          <p:nvPr/>
        </p:nvSpPr>
        <p:spPr>
          <a:xfrm>
            <a:off x="304800" y="152400"/>
            <a:ext cx="825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latin typeface="Aptos Display" panose="020B0004020202020204" pitchFamily="34" charset="0"/>
              </a:rPr>
              <a:t>Microsoft PowerPoint producer: SmartArt topology</a:t>
            </a:r>
          </a:p>
        </p:txBody>
      </p:sp>
    </p:spTree>
    <p:extLst>
      <p:ext uri="{BB962C8B-B14F-4D97-AF65-F5344CB8AC3E}">
        <p14:creationId xmlns:p14="http://schemas.microsoft.com/office/powerpoint/2010/main" val="3728219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CBE76A-8BF8-7D8D-CE5F-6FD98889A6A0}"/>
              </a:ext>
            </a:extLst>
          </p:cNvPr>
          <p:cNvSpPr/>
          <p:nvPr/>
        </p:nvSpPr>
        <p:spPr>
          <a:xfrm>
            <a:off x="2794000" y="1778000"/>
            <a:ext cx="3556000" cy="1397000"/>
          </a:xfrm>
          <a:prstGeom prst="roundRect">
            <a:avLst/>
          </a:prstGeom>
          <a:solidFill>
            <a:srgbClr val="2175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FFFF"/>
                </a:solidFill>
              </a:rPr>
              <a:t>Rotate and motion effects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D2BFE3-0D18-42AE-B4C9-4759F57EBE0F}"/>
              </a:ext>
            </a:extLst>
          </p:cNvPr>
          <p:cNvSpPr txBox="1"/>
          <p:nvPr/>
        </p:nvSpPr>
        <p:spPr>
          <a:xfrm>
            <a:off x="304800" y="152400"/>
            <a:ext cx="825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latin typeface="Aptos Display" panose="020B0004020202020204" pitchFamily="34" charset="0"/>
              </a:rPr>
              <a:t>Microsoft PowerPoint producer: animation timeline</a:t>
            </a:r>
          </a:p>
        </p:txBody>
      </p:sp>
    </p:spTree>
    <p:extLst>
      <p:ext uri="{BB962C8B-B14F-4D97-AF65-F5344CB8AC3E}">
        <p14:creationId xmlns:p14="http://schemas.microsoft.com/office/powerpoint/2010/main" val="413310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00"/>
                            </p:stCondLst>
                            <p:childTnLst>
                              <p:par>
                                <p:cTn id="12" presetID="1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3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fficeIMO embedded audio">
            <a:hlinkClick r:id="" action="ppaction://media"/>
            <a:extLst>
              <a:ext uri="{FF2B5EF4-FFF2-40B4-BE49-F238E27FC236}">
                <a16:creationId xmlns:a16="http://schemas.microsoft.com/office/drawing/2014/main" id="{68121D86-10F6-755E-EA25-5AA8845A9C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52500" y="1460500"/>
            <a:ext cx="952500" cy="952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F876C8-7A34-0A3E-0669-DD77F99F9F17}"/>
              </a:ext>
            </a:extLst>
          </p:cNvPr>
          <p:cNvSpPr txBox="1"/>
          <p:nvPr/>
        </p:nvSpPr>
        <p:spPr>
          <a:xfrm>
            <a:off x="2794000" y="1587500"/>
            <a:ext cx="533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/>
              <a:t>Embedded WAV source; OfficeIMO edits bytes and playback metadata.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FF8EFE-D549-CFB8-9130-A4EDFBC26661}"/>
              </a:ext>
            </a:extLst>
          </p:cNvPr>
          <p:cNvSpPr txBox="1"/>
          <p:nvPr/>
        </p:nvSpPr>
        <p:spPr>
          <a:xfrm>
            <a:off x="304800" y="152400"/>
            <a:ext cx="8255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latin typeface="Aptos Display" panose="020B0004020202020204" pitchFamily="34" charset="0"/>
              </a:rPr>
              <a:t>Microsoft PowerPoint producer: embedded audio and playback metadata</a:t>
            </a:r>
          </a:p>
        </p:txBody>
      </p:sp>
    </p:spTree>
    <p:extLst>
      <p:ext uri="{BB962C8B-B14F-4D97-AF65-F5344CB8AC3E}">
        <p14:creationId xmlns:p14="http://schemas.microsoft.com/office/powerpoint/2010/main" val="4268880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Microsoft Office PowerPoint</Application>
  <PresentationFormat>On-screen Show (16:9)</PresentationFormat>
  <Paragraphs>25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OfficeIMO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Przemysław Kłys</cp:lastModifiedBy>
  <cp:revision>2</cp:revision>
  <dcterms:created xsi:type="dcterms:W3CDTF">2026-08-04T00:00:00Z</dcterms:created>
  <dcterms:modified xsi:type="dcterms:W3CDTF">2026-08-04T13:08:36Z</dcterms:modified>
</cp:coreProperties>
</file>