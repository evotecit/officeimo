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17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9D77-41F9-0B93-4335-A74783483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59FF0-0F3C-AED7-2F8B-B3F7825DB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9E789-9F13-C000-3772-A29E9BB51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F6B7-3052-4147-9C43-9DEC02F7DE75}" type="datetimeFigureOut">
              <a:rPr lang="pl-PL" smtClean="0"/>
              <a:t>24.12.2025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DAE01-ECFE-5C33-961F-8372B2B6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8E0EC-30C4-463C-7E57-4C0DFE20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5826-E00D-4BA0-8AA9-087396148E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1062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5E56-E8B6-8D96-B777-0B20F5AD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D8BBB-B2DC-0A04-5073-7E92438E8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5541A-AC0A-D111-844C-E06CF549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F6B7-3052-4147-9C43-9DEC02F7DE75}" type="datetimeFigureOut">
              <a:rPr lang="pl-PL" smtClean="0"/>
              <a:t>24.12.2025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E95D1-9AA5-54C2-739D-B7345E3E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73F02-4BF3-6970-92D5-172AF3876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5826-E00D-4BA0-8AA9-087396148E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143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1022D-D2D8-4750-1B03-0EDFC43DE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B141E-C002-B9D1-AD3B-EC1FF983E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08686-5418-A163-0E3F-F4B2FD36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F6B7-3052-4147-9C43-9DEC02F7DE75}" type="datetimeFigureOut">
              <a:rPr lang="pl-PL" smtClean="0"/>
              <a:t>24.12.2025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CD46C-5704-5306-4A38-A1CBA3F3A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E8550-2678-18BC-6C50-B08E6E3C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5826-E00D-4BA0-8AA9-087396148E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06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673B-28E1-3770-CDC0-3518CA42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BC00-D418-986C-278B-63E639D76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46EB0-BD40-DDB2-1EC3-5EBCFA6DB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C8403-B95A-DD67-9E4C-B52CC606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F6B7-3052-4147-9C43-9DEC02F7DE75}" type="datetimeFigureOut">
              <a:rPr lang="pl-PL" smtClean="0"/>
              <a:t>24.12.2025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D187B-E5AE-EC54-B3CC-AA0798C2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88F6F-E8FF-C9FA-772F-B604F0A5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5826-E00D-4BA0-8AA9-087396148E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6225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FBCFB-CC53-2412-3D51-F8AECC0F3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F6174-0CC9-C3CA-09FA-3CD0B8B0B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13BBE-3269-D0DB-3889-9092B1FA1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5E787-BF9B-D4D7-5763-D8CF0CABA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ADB42D-4134-D1A1-9E0B-B4A4052A8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B6B252-7BA1-A86D-2D3F-06942F08E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F6B7-3052-4147-9C43-9DEC02F7DE75}" type="datetimeFigureOut">
              <a:rPr lang="pl-PL" smtClean="0"/>
              <a:t>24.12.2025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FF7646-3008-BB0E-58ED-C7E51D43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A74DFB-384E-D136-A8CC-E1ED1445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5826-E00D-4BA0-8AA9-087396148E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615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C33E-4A9B-6321-BEEE-6A505C66B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48AAF-A526-F0AA-1A95-268BB0EA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F6B7-3052-4147-9C43-9DEC02F7DE75}" type="datetimeFigureOut">
              <a:rPr lang="pl-PL" smtClean="0"/>
              <a:t>24.12.2025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8B84DB-A579-D92D-D96C-7DA632EA5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00CF7-1602-0180-AC89-D50FBA27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5826-E00D-4BA0-8AA9-087396148E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9031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4B0C4-F519-A310-74F4-7D2D08EF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F6B7-3052-4147-9C43-9DEC02F7DE75}" type="datetimeFigureOut">
              <a:rPr lang="pl-PL" smtClean="0"/>
              <a:t>24.12.2025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D62A5-FC25-46F5-AC5A-E637D613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D305A-A709-14E8-1D89-292296A9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5826-E00D-4BA0-8AA9-087396148E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2209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0235-0D67-258D-5378-CBDD015B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B402D-F0BC-CEC1-1FDA-B7EBA638A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D32B3-9328-81A4-AD4D-41C3EDEC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834B5-8532-143E-789C-EAFAF3ACE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F6B7-3052-4147-9C43-9DEC02F7DE75}" type="datetimeFigureOut">
              <a:rPr lang="pl-PL" smtClean="0"/>
              <a:t>24.12.2025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41806-7DCB-11A0-74B7-482B3C9E8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0FD13-2C99-A1E4-7BCF-59DAB5DF6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5826-E00D-4BA0-8AA9-087396148E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441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DA3FC-21A0-BF7E-888A-76CF44D30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1AFBF-0643-B2B4-99FE-71127342E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0B374-F0FF-65B6-86C8-EC726DF96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7EAB7-0B4B-919C-AABC-AFA5370C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F6B7-3052-4147-9C43-9DEC02F7DE75}" type="datetimeFigureOut">
              <a:rPr lang="pl-PL" smtClean="0"/>
              <a:t>24.12.2025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AA866-6DC4-920E-CA5A-65AB37884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C53BB-CE2A-484A-1F29-F1C0C18A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5826-E00D-4BA0-8AA9-087396148E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1443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1A33-5592-4678-8B22-53FEBED3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F0F50-A4CB-8767-F17A-B661CC23B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A48D9-65B4-F4A1-E197-2D1B48F6B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F6B7-3052-4147-9C43-9DEC02F7DE75}" type="datetimeFigureOut">
              <a:rPr lang="pl-PL" smtClean="0"/>
              <a:t>24.12.2025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B8B9B-1F7D-0C74-A636-9547DDE8D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D24B3-7406-A4E7-7D90-502F7873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5826-E00D-4BA0-8AA9-087396148E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6372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D019B8-6E0D-4A37-0DF7-B420F0835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46037-3876-59BD-13BF-983D32B64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4B52F-E981-617F-817D-5058C191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F6B7-3052-4147-9C43-9DEC02F7DE75}" type="datetimeFigureOut">
              <a:rPr lang="pl-PL" smtClean="0"/>
              <a:t>24.12.2025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CE6ED-5FEF-5BF1-5B21-0F5A5C14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17D8F-18E4-A481-0CE9-1C41F8A55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5826-E00D-4BA0-8AA9-087396148E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595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C1CC65-384D-AA84-92C2-EE4E5357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EB71D-B372-C680-CFE7-8A18D4B48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4384E-7563-0BCE-4666-51951F4F9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5F6B7-3052-4147-9C43-9DEC02F7DE75}" type="datetimeFigureOut">
              <a:rPr lang="pl-PL" smtClean="0"/>
              <a:t>24.12.2025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700C7-5290-B27C-9741-39CA01445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2B5CB-AA74-AD14-EA1F-F50BA7EA3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75826-E00D-4BA0-8AA9-087396148E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1212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9A0EA2-A1C6-9F48-42CF-2FFAE37E8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597295"/>
              </p:ext>
            </p:extLst>
          </p:nvPr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8557080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34402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13196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2842F5-C7E2-0906-D160-B819BC8F3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572456"/>
              </p:ext>
            </p:extLst>
          </p:nvPr>
        </p:nvGraphicFramePr>
        <p:xfrm>
          <a:off x="1961803" y="1359746"/>
          <a:ext cx="74583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4364">
                  <a:extLst>
                    <a:ext uri="{9D8B030D-6E8A-4147-A177-3AD203B41FA5}">
                      <a16:colId xmlns:a16="http://schemas.microsoft.com/office/drawing/2014/main" val="38171235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86239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47496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FDED50-C411-C1D3-C26F-6A0914B8D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433756"/>
              </p:ext>
            </p:extLst>
          </p:nvPr>
        </p:nvGraphicFramePr>
        <p:xfrm>
          <a:off x="1961803" y="2481964"/>
          <a:ext cx="8127999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18898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5304812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51562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1394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67D1DAB-0C32-711D-4F84-9B7B85359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713680"/>
              </p:ext>
            </p:extLst>
          </p:nvPr>
        </p:nvGraphicFramePr>
        <p:xfrm>
          <a:off x="2688705" y="3630816"/>
          <a:ext cx="8127999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296771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57610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39718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20907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D349F-DFC6-EA97-C407-D6A2433ED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140309"/>
              </p:ext>
            </p:extLst>
          </p:nvPr>
        </p:nvGraphicFramePr>
        <p:xfrm>
          <a:off x="2181629" y="4656205"/>
          <a:ext cx="8127999" cy="741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9002481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113977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92766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912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65212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5897314-2D55-CA94-935B-05FA7941A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666800"/>
              </p:ext>
            </p:extLst>
          </p:nvPr>
        </p:nvGraphicFramePr>
        <p:xfrm>
          <a:off x="2264756" y="5784890"/>
          <a:ext cx="8127999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373279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1094253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56761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802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203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02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F4CE32-5EC9-6C7F-4719-0F8FB7CAE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28368"/>
              </p:ext>
            </p:extLst>
          </p:nvPr>
        </p:nvGraphicFramePr>
        <p:xfrm>
          <a:off x="1840808" y="2831099"/>
          <a:ext cx="8127999" cy="3708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521517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4263845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32657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5911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553FC3-C1DD-F0EF-A066-E8E11DC6B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434196"/>
              </p:ext>
            </p:extLst>
          </p:nvPr>
        </p:nvGraphicFramePr>
        <p:xfrm>
          <a:off x="2032000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580508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52663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572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64166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CA5FDF-C47C-5692-6AD8-2F8EFDB58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847211"/>
              </p:ext>
            </p:extLst>
          </p:nvPr>
        </p:nvGraphicFramePr>
        <p:xfrm>
          <a:off x="2032000" y="4385579"/>
          <a:ext cx="8128000" cy="7416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5378121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21514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7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50188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FDDB9A-7B98-4384-0290-95D26E5EC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660179"/>
              </p:ext>
            </p:extLst>
          </p:nvPr>
        </p:nvGraphicFramePr>
        <p:xfrm>
          <a:off x="2032000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189875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45468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779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5268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38945D-C504-891A-76AF-310372387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1617"/>
              </p:ext>
            </p:extLst>
          </p:nvPr>
        </p:nvGraphicFramePr>
        <p:xfrm>
          <a:off x="2032000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74439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66417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41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18034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C933F0-88B8-2A14-EE09-C4B0C3096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801176"/>
              </p:ext>
            </p:extLst>
          </p:nvPr>
        </p:nvGraphicFramePr>
        <p:xfrm>
          <a:off x="2032000" y="719666"/>
          <a:ext cx="8127999" cy="74168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5226750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2573303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592355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836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01203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83CB477-7BF0-D21C-1F84-99F9D8242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785512"/>
              </p:ext>
            </p:extLst>
          </p:nvPr>
        </p:nvGraphicFramePr>
        <p:xfrm>
          <a:off x="2032000" y="719666"/>
          <a:ext cx="8127999" cy="74168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61308789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52391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7778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958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05126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D2EC918-1F10-C277-A96F-52DB85CF4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700672"/>
              </p:ext>
            </p:extLst>
          </p:nvPr>
        </p:nvGraphicFramePr>
        <p:xfrm>
          <a:off x="2032000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{E929F9F4-4A8F-4326-A1B4-22849713DDAB}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1921070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91333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781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4471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9153064-C456-951A-9931-71D0305CE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162499"/>
              </p:ext>
            </p:extLst>
          </p:nvPr>
        </p:nvGraphicFramePr>
        <p:xfrm>
          <a:off x="2032000" y="719666"/>
          <a:ext cx="8127999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800802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9643314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85897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46411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01C5A06-6A4A-A87B-3295-1040ACFD5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179325"/>
              </p:ext>
            </p:extLst>
          </p:nvPr>
        </p:nvGraphicFramePr>
        <p:xfrm>
          <a:off x="2032000" y="719666"/>
          <a:ext cx="8127999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700128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9681339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35237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13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22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39380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F445F9C-BD64-A676-3D40-F6E32EF94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00363"/>
              </p:ext>
            </p:extLst>
          </p:nvPr>
        </p:nvGraphicFramePr>
        <p:xfrm>
          <a:off x="2032000" y="719666"/>
          <a:ext cx="8127999" cy="111252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9179620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7037921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58773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403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330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11369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1FAF152-AE22-7367-4859-5520DCA82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98844"/>
              </p:ext>
            </p:extLst>
          </p:nvPr>
        </p:nvGraphicFramePr>
        <p:xfrm>
          <a:off x="2032000" y="719666"/>
          <a:ext cx="8127999" cy="74168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2840242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695649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835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02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93339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807D7D8-1716-9F5D-D60E-132613029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560919"/>
              </p:ext>
            </p:extLst>
          </p:nvPr>
        </p:nvGraphicFramePr>
        <p:xfrm>
          <a:off x="2032000" y="719666"/>
          <a:ext cx="8127999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55668624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7794778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91053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653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830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18722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C0B51E1-94F7-5469-F716-202DAAA7F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423157"/>
              </p:ext>
            </p:extLst>
          </p:nvPr>
        </p:nvGraphicFramePr>
        <p:xfrm>
          <a:off x="2032000" y="719666"/>
          <a:ext cx="8127999" cy="14833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945309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958610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73677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6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4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71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77418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85E1DF0-745D-3E01-73AC-EA7D28749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91537"/>
              </p:ext>
            </p:extLst>
          </p:nvPr>
        </p:nvGraphicFramePr>
        <p:xfrm>
          <a:off x="2032000" y="719666"/>
          <a:ext cx="8127999" cy="11125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848324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659527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34215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87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49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739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502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Przemysław Kłys</dc:creator>
  <cp:lastModifiedBy>Przemysław Kłys</cp:lastModifiedBy>
  <cp:revision>1</cp:revision>
  <dcterms:created xsi:type="dcterms:W3CDTF">2025-12-24T12:59:45Z</dcterms:created>
  <dcterms:modified xsi:type="dcterms:W3CDTF">2025-12-24T13:19:00Z</dcterms:modified>
</cp:coreProperties>
</file>