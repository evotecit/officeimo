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1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80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25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455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79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2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49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45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9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152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8158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61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18975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0573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3840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24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836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connection abstract against a white background">
            <a:extLst>
              <a:ext uri="{FF2B5EF4-FFF2-40B4-BE49-F238E27FC236}">
                <a16:creationId xmlns:a16="http://schemas.microsoft.com/office/drawing/2014/main" id="{2888A5BF-1805-57CA-99A3-A519BC8B06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730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215DFF-5D6B-340D-433F-73D94F7A9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endParaRPr lang="pl-PL" sz="60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486F9-102D-CEC6-DB5E-8C68F3929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endParaRPr lang="pl-PL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153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AD4EE-764E-AE7F-7306-570C3507F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endParaRPr lang="pl-PL" sz="5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3F0E3-5ED3-13A2-3489-AC53600AD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endParaRPr lang="pl-PL" sz="2200"/>
          </a:p>
        </p:txBody>
      </p:sp>
    </p:spTree>
    <p:extLst>
      <p:ext uri="{BB962C8B-B14F-4D97-AF65-F5344CB8AC3E}">
        <p14:creationId xmlns:p14="http://schemas.microsoft.com/office/powerpoint/2010/main" val="1354056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F325A-9551-1F28-4499-B475CFCA4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endParaRPr lang="pl-PL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FFC1C-4C3A-9EF1-8387-9F748FBD2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412" y="2979336"/>
            <a:ext cx="5709721" cy="2430864"/>
          </a:xfrm>
        </p:spPr>
        <p:txBody>
          <a:bodyPr anchor="t">
            <a:normAutofit/>
          </a:bodyPr>
          <a:lstStyle/>
          <a:p>
            <a:endParaRPr lang="pl-PL" sz="2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629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97BD1-D111-B79B-0AC7-6CBBDCBA4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endParaRPr lang="pl-PL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E494A-7154-043F-29FE-CF745BA04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412" y="2979336"/>
            <a:ext cx="5709721" cy="2430864"/>
          </a:xfrm>
        </p:spPr>
        <p:txBody>
          <a:bodyPr anchor="t">
            <a:normAutofit/>
          </a:bodyPr>
          <a:lstStyle/>
          <a:p>
            <a:endParaRPr lang="pl-PL" sz="2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2748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1CA49-E5A5-541D-9D1F-41F044995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BE5A2-5BB0-DE25-D8C2-51637D01E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217827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DA2E-5616-6E6D-EA9B-DE58E7A65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C9259-3FCC-19F7-F733-03234C69F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3275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7EDE3-2656-E5E6-5550-3F7B4A62C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A2020-1C74-C561-429D-46AA64BE7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3244122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62061-59D2-C118-3AD5-2A0AD3723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B0B9A-BDC2-7DA9-AD6F-843917DD9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90096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33AAF-5B3C-BA50-AA16-E41C53343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43416-2406-97BA-0C79-F792DE1A3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501600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5C958-0D54-CC25-E7D0-A675E98F3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4A063-1F41-F977-88ED-2A91A19BA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6854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CCD8D-6F84-0AF5-EF5C-7E5BCD3A0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AA769-6D1E-EBE9-FECC-BD0A7134F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14054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E6D91-F147-24B3-6F0A-38AF79633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3C317-B3EF-CABB-6CCB-4343C81B3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51997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B9DFE-2753-BFFA-2A5B-3A3B59E15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41ACA-24F9-EB17-8D7F-8C00C0C80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49347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75B5-2C56-BF43-AD4E-6B125E7B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6255E-5966-8707-C24B-0A0E3650A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22229174"/>
      </p:ext>
    </p:extLst>
  </p:cSld>
  <p:clrMapOvr>
    <a:masterClrMapping/>
  </p:clrMapOvr>
  <p:transition spd="slow">
    <p:comb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9B376-FCE4-2109-9FEA-721DC1B22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6957-59F5-AE81-F4D5-9AEC7FEA7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07238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nset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Przemysław Kłys</dc:creator>
  <cp:lastModifiedBy>Przemysław Kłys</cp:lastModifiedBy>
  <cp:revision>1</cp:revision>
  <dcterms:created xsi:type="dcterms:W3CDTF">2025-12-24T13:19:10Z</dcterms:created>
  <dcterms:modified xsi:type="dcterms:W3CDTF">2025-12-24T13:21:56Z</dcterms:modified>
</cp:coreProperties>
</file>